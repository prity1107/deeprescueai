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1" d="100"/>
          <a:sy n="31" d="100"/>
        </p:scale>
        <p:origin x="104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DFBE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DFBE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92" y="242262"/>
            <a:ext cx="6710680" cy="121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03" y="2349551"/>
            <a:ext cx="8732520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DFBE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4161" y="704612"/>
            <a:ext cx="13002260" cy="2483485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10"/>
              </a:spcBef>
            </a:pPr>
            <a:r>
              <a:rPr sz="9900" b="1" spc="3435" dirty="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sz="9900" b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900" b="1" spc="2920" dirty="0">
                <a:solidFill>
                  <a:srgbClr val="FFFFFF"/>
                </a:solidFill>
                <a:latin typeface="Arial"/>
                <a:cs typeface="Arial"/>
              </a:rPr>
              <a:t>RESCUE</a:t>
            </a:r>
            <a:endParaRPr sz="9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4300" spc="-310" dirty="0">
                <a:solidFill>
                  <a:srgbClr val="FFFFFF"/>
                </a:solidFill>
                <a:latin typeface="Lucida Sans Unicode"/>
                <a:cs typeface="Lucida Sans Unicode"/>
              </a:rPr>
              <a:t>AI-</a:t>
            </a:r>
            <a:r>
              <a:rPr sz="4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Enhanced</a:t>
            </a:r>
            <a:r>
              <a:rPr sz="43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4300" dirty="0">
                <a:solidFill>
                  <a:srgbClr val="FFFFFF"/>
                </a:solidFill>
                <a:latin typeface="Lucida Sans Unicode"/>
                <a:cs typeface="Lucida Sans Unicode"/>
              </a:rPr>
              <a:t>Disaster</a:t>
            </a:r>
            <a:r>
              <a:rPr sz="43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4300" dirty="0">
                <a:solidFill>
                  <a:srgbClr val="FFFFFF"/>
                </a:solidFill>
                <a:latin typeface="Lucida Sans Unicode"/>
                <a:cs typeface="Lucida Sans Unicode"/>
              </a:rPr>
              <a:t>Response</a:t>
            </a:r>
            <a:r>
              <a:rPr sz="43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43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(AI)</a:t>
            </a:r>
            <a:r>
              <a:rPr sz="43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4300" spc="-875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430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43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DSS</a:t>
            </a:r>
            <a:endParaRPr sz="4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158" y="2480599"/>
            <a:ext cx="8534841" cy="56959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3388" y="3365"/>
            <a:ext cx="14958060" cy="179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0"/>
              </a:spcBef>
              <a:tabLst>
                <a:tab pos="12024995" algn="l"/>
              </a:tabLst>
            </a:pPr>
            <a:r>
              <a:rPr sz="5000" b="1" spc="100" dirty="0">
                <a:solidFill>
                  <a:srgbClr val="FDFBE8"/>
                </a:solidFill>
                <a:latin typeface="Tahoma"/>
                <a:cs typeface="Tahoma"/>
              </a:rPr>
              <a:t>Disaster</a:t>
            </a:r>
            <a:r>
              <a:rPr sz="5000" b="1" spc="-20" dirty="0">
                <a:solidFill>
                  <a:srgbClr val="FDFBE8"/>
                </a:solidFill>
                <a:latin typeface="Tahoma"/>
                <a:cs typeface="Tahoma"/>
              </a:rPr>
              <a:t> </a:t>
            </a:r>
            <a:r>
              <a:rPr sz="5000" b="1" spc="160" dirty="0">
                <a:solidFill>
                  <a:srgbClr val="FDFBE8"/>
                </a:solidFill>
                <a:latin typeface="Tahoma"/>
                <a:cs typeface="Tahoma"/>
              </a:rPr>
              <a:t>causes</a:t>
            </a:r>
            <a:r>
              <a:rPr sz="5000" b="1" spc="-15" dirty="0">
                <a:solidFill>
                  <a:srgbClr val="FDFBE8"/>
                </a:solidFill>
                <a:latin typeface="Tahoma"/>
                <a:cs typeface="Tahoma"/>
              </a:rPr>
              <a:t> </a:t>
            </a:r>
            <a:r>
              <a:rPr sz="5000" b="1" spc="160" dirty="0">
                <a:solidFill>
                  <a:srgbClr val="FDFBE8"/>
                </a:solidFill>
                <a:latin typeface="Tahoma"/>
                <a:cs typeface="Tahoma"/>
              </a:rPr>
              <a:t>widespread</a:t>
            </a:r>
            <a:r>
              <a:rPr sz="5000" b="1" spc="-15" dirty="0">
                <a:solidFill>
                  <a:srgbClr val="FDFBE8"/>
                </a:solidFill>
                <a:latin typeface="Tahoma"/>
                <a:cs typeface="Tahoma"/>
              </a:rPr>
              <a:t> </a:t>
            </a:r>
            <a:r>
              <a:rPr sz="5000" b="1" spc="220" dirty="0">
                <a:solidFill>
                  <a:srgbClr val="FDFBE8"/>
                </a:solidFill>
                <a:latin typeface="Tahoma"/>
                <a:cs typeface="Tahoma"/>
              </a:rPr>
              <a:t>economic </a:t>
            </a:r>
            <a:r>
              <a:rPr sz="5000" b="1" spc="135" dirty="0">
                <a:solidFill>
                  <a:srgbClr val="FDFBE8"/>
                </a:solidFill>
                <a:latin typeface="Tahoma"/>
                <a:cs typeface="Tahoma"/>
              </a:rPr>
              <a:t>material,human</a:t>
            </a:r>
            <a:r>
              <a:rPr sz="5000" b="1" spc="-10" dirty="0">
                <a:solidFill>
                  <a:srgbClr val="FDFBE8"/>
                </a:solidFill>
                <a:latin typeface="Tahoma"/>
                <a:cs typeface="Tahoma"/>
              </a:rPr>
              <a:t> </a:t>
            </a:r>
            <a:r>
              <a:rPr sz="5000" b="1" spc="215" dirty="0">
                <a:solidFill>
                  <a:srgbClr val="FDFBE8"/>
                </a:solidFill>
                <a:latin typeface="Tahoma"/>
                <a:cs typeface="Tahoma"/>
              </a:rPr>
              <a:t>and</a:t>
            </a:r>
            <a:r>
              <a:rPr sz="5000" b="1" spc="-10" dirty="0">
                <a:solidFill>
                  <a:srgbClr val="FDFBE8"/>
                </a:solidFill>
                <a:latin typeface="Tahoma"/>
                <a:cs typeface="Tahoma"/>
              </a:rPr>
              <a:t> </a:t>
            </a:r>
            <a:r>
              <a:rPr sz="5000" b="1" spc="100" dirty="0">
                <a:solidFill>
                  <a:srgbClr val="FDFBE8"/>
                </a:solidFill>
                <a:latin typeface="Tahoma"/>
                <a:cs typeface="Tahoma"/>
              </a:rPr>
              <a:t>infrastructure</a:t>
            </a:r>
            <a:r>
              <a:rPr sz="5000" b="1" dirty="0">
                <a:solidFill>
                  <a:srgbClr val="FDFBE8"/>
                </a:solidFill>
                <a:latin typeface="Tahoma"/>
                <a:cs typeface="Tahoma"/>
              </a:rPr>
              <a:t>	</a:t>
            </a:r>
            <a:r>
              <a:rPr sz="5000" b="1" spc="160" dirty="0">
                <a:solidFill>
                  <a:srgbClr val="FDFBE8"/>
                </a:solidFill>
                <a:latin typeface="Tahoma"/>
                <a:cs typeface="Tahoma"/>
              </a:rPr>
              <a:t>damage.</a:t>
            </a:r>
            <a:endParaRPr sz="5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663" y="2684654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5663" y="4513453"/>
            <a:ext cx="133349" cy="1333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4300">
              <a:lnSpc>
                <a:spcPct val="117600"/>
              </a:lnSpc>
              <a:spcBef>
                <a:spcPts val="95"/>
              </a:spcBef>
            </a:pPr>
            <a:r>
              <a:rPr spc="-125" dirty="0"/>
              <a:t>In</a:t>
            </a:r>
            <a:r>
              <a:rPr spc="-280" dirty="0"/>
              <a:t> </a:t>
            </a:r>
            <a:r>
              <a:rPr spc="85" dirty="0"/>
              <a:t>the</a:t>
            </a:r>
            <a:r>
              <a:rPr spc="-275" dirty="0"/>
              <a:t> </a:t>
            </a:r>
            <a:r>
              <a:rPr spc="-25" dirty="0"/>
              <a:t>fiscal</a:t>
            </a:r>
            <a:r>
              <a:rPr spc="-275" dirty="0"/>
              <a:t> </a:t>
            </a:r>
            <a:r>
              <a:rPr spc="-70" dirty="0"/>
              <a:t>year</a:t>
            </a:r>
            <a:r>
              <a:rPr spc="-280" dirty="0"/>
              <a:t> </a:t>
            </a:r>
            <a:r>
              <a:rPr spc="-229" dirty="0"/>
              <a:t>2023,</a:t>
            </a:r>
            <a:r>
              <a:rPr spc="-275" dirty="0"/>
              <a:t> </a:t>
            </a:r>
            <a:r>
              <a:rPr spc="-35" dirty="0"/>
              <a:t>over</a:t>
            </a:r>
            <a:r>
              <a:rPr spc="-275" dirty="0"/>
              <a:t> </a:t>
            </a:r>
            <a:r>
              <a:rPr spc="-295" dirty="0"/>
              <a:t>2,100</a:t>
            </a:r>
            <a:r>
              <a:rPr spc="-280" dirty="0"/>
              <a:t> </a:t>
            </a:r>
            <a:r>
              <a:rPr spc="-10" dirty="0"/>
              <a:t>lives </a:t>
            </a:r>
            <a:r>
              <a:rPr spc="50" dirty="0"/>
              <a:t>were</a:t>
            </a:r>
            <a:r>
              <a:rPr spc="-235" dirty="0"/>
              <a:t> </a:t>
            </a:r>
            <a:r>
              <a:rPr spc="-10" dirty="0"/>
              <a:t>lost</a:t>
            </a:r>
            <a:r>
              <a:rPr spc="-229" dirty="0"/>
              <a:t> </a:t>
            </a:r>
            <a:r>
              <a:rPr spc="130" dirty="0"/>
              <a:t>due</a:t>
            </a:r>
            <a:r>
              <a:rPr spc="-229" dirty="0"/>
              <a:t> </a:t>
            </a:r>
            <a:r>
              <a:rPr spc="65" dirty="0"/>
              <a:t>to</a:t>
            </a:r>
            <a:r>
              <a:rPr spc="-229" dirty="0"/>
              <a:t> </a:t>
            </a:r>
            <a:r>
              <a:rPr dirty="0"/>
              <a:t>extreme</a:t>
            </a:r>
            <a:r>
              <a:rPr spc="-229" dirty="0"/>
              <a:t> </a:t>
            </a:r>
            <a:r>
              <a:rPr dirty="0"/>
              <a:t>natural</a:t>
            </a:r>
            <a:r>
              <a:rPr spc="-229" dirty="0"/>
              <a:t> </a:t>
            </a:r>
            <a:r>
              <a:rPr spc="-10" dirty="0"/>
              <a:t>events </a:t>
            </a:r>
            <a:r>
              <a:rPr spc="85" dirty="0"/>
              <a:t>such</a:t>
            </a:r>
            <a:r>
              <a:rPr spc="-260" dirty="0"/>
              <a:t> </a:t>
            </a:r>
            <a:r>
              <a:rPr spc="-75" dirty="0"/>
              <a:t>as</a:t>
            </a:r>
            <a:r>
              <a:rPr spc="-260" dirty="0"/>
              <a:t> </a:t>
            </a:r>
            <a:r>
              <a:rPr dirty="0"/>
              <a:t>floods</a:t>
            </a:r>
            <a:r>
              <a:rPr spc="-260" dirty="0"/>
              <a:t> </a:t>
            </a:r>
            <a:r>
              <a:rPr spc="114" dirty="0"/>
              <a:t>and</a:t>
            </a:r>
            <a:r>
              <a:rPr spc="-254" dirty="0"/>
              <a:t> </a:t>
            </a:r>
            <a:r>
              <a:rPr spc="-30" dirty="0"/>
              <a:t>heavy</a:t>
            </a:r>
            <a:r>
              <a:rPr spc="-260" dirty="0"/>
              <a:t> </a:t>
            </a:r>
            <a:r>
              <a:rPr spc="-10" dirty="0"/>
              <a:t>rains.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pc="-125" dirty="0"/>
              <a:t>In</a:t>
            </a:r>
            <a:r>
              <a:rPr spc="-270" dirty="0"/>
              <a:t> </a:t>
            </a:r>
            <a:r>
              <a:rPr spc="70" dirty="0"/>
              <a:t>some</a:t>
            </a:r>
            <a:r>
              <a:rPr spc="-265" dirty="0"/>
              <a:t> </a:t>
            </a:r>
            <a:r>
              <a:rPr spc="-30" dirty="0"/>
              <a:t>instances,</a:t>
            </a:r>
            <a:r>
              <a:rPr spc="-265" dirty="0"/>
              <a:t> </a:t>
            </a:r>
            <a:r>
              <a:rPr spc="65" dirty="0"/>
              <a:t>government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4403" y="4874514"/>
            <a:ext cx="6163310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dirty="0">
                <a:solidFill>
                  <a:srgbClr val="FDFBE8"/>
                </a:solidFill>
                <a:latin typeface="Verdana"/>
                <a:cs typeface="Verdana"/>
              </a:rPr>
              <a:t>response</a:t>
            </a:r>
            <a:r>
              <a:rPr sz="3400" spc="-15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dirty="0">
                <a:solidFill>
                  <a:srgbClr val="FDFBE8"/>
                </a:solidFill>
                <a:latin typeface="Verdana"/>
                <a:cs typeface="Verdana"/>
              </a:rPr>
              <a:t>may</a:t>
            </a:r>
            <a:r>
              <a:rPr sz="3400" spc="-15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120" dirty="0">
                <a:solidFill>
                  <a:srgbClr val="FDFBE8"/>
                </a:solidFill>
                <a:latin typeface="Verdana"/>
                <a:cs typeface="Verdana"/>
              </a:rPr>
              <a:t>be</a:t>
            </a:r>
            <a:r>
              <a:rPr sz="3400" spc="-15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dirty="0">
                <a:solidFill>
                  <a:srgbClr val="FDFBE8"/>
                </a:solidFill>
                <a:latin typeface="Verdana"/>
                <a:cs typeface="Verdana"/>
              </a:rPr>
              <a:t>delayed</a:t>
            </a:r>
            <a:r>
              <a:rPr sz="3400" spc="-15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25" dirty="0">
                <a:solidFill>
                  <a:srgbClr val="FDFBE8"/>
                </a:solidFill>
                <a:latin typeface="Verdana"/>
                <a:cs typeface="Verdana"/>
              </a:rPr>
              <a:t>or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4403" y="5484114"/>
            <a:ext cx="7706359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dirty="0">
                <a:solidFill>
                  <a:srgbClr val="FDFBE8"/>
                </a:solidFill>
                <a:latin typeface="Verdana"/>
                <a:cs typeface="Verdana"/>
              </a:rPr>
              <a:t>inadequate,</a:t>
            </a:r>
            <a:r>
              <a:rPr sz="3400" spc="-21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80" dirty="0">
                <a:solidFill>
                  <a:srgbClr val="FDFBE8"/>
                </a:solidFill>
                <a:latin typeface="Verdana"/>
                <a:cs typeface="Verdana"/>
              </a:rPr>
              <a:t>leading</a:t>
            </a:r>
            <a:r>
              <a:rPr sz="3400" spc="-21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65" dirty="0">
                <a:solidFill>
                  <a:srgbClr val="FDFBE8"/>
                </a:solidFill>
                <a:latin typeface="Verdana"/>
                <a:cs typeface="Verdana"/>
              </a:rPr>
              <a:t>to</a:t>
            </a:r>
            <a:r>
              <a:rPr sz="3400" spc="-21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10" dirty="0">
                <a:solidFill>
                  <a:srgbClr val="FDFBE8"/>
                </a:solidFill>
                <a:latin typeface="Verdana"/>
                <a:cs typeface="Verdana"/>
              </a:rPr>
              <a:t>preventable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4403" y="6093714"/>
            <a:ext cx="8479790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spc="-70" dirty="0">
                <a:solidFill>
                  <a:srgbClr val="FDFBE8"/>
                </a:solidFill>
                <a:latin typeface="Verdana"/>
                <a:cs typeface="Verdana"/>
              </a:rPr>
              <a:t>fatalities.</a:t>
            </a:r>
            <a:r>
              <a:rPr sz="3400" spc="-27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65" dirty="0">
                <a:solidFill>
                  <a:srgbClr val="FDFBE8"/>
                </a:solidFill>
                <a:latin typeface="Verdana"/>
                <a:cs typeface="Verdana"/>
              </a:rPr>
              <a:t>For</a:t>
            </a:r>
            <a:r>
              <a:rPr sz="3400" spc="-26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30" dirty="0">
                <a:solidFill>
                  <a:srgbClr val="FDFBE8"/>
                </a:solidFill>
                <a:latin typeface="Verdana"/>
                <a:cs typeface="Verdana"/>
              </a:rPr>
              <a:t>example,</a:t>
            </a:r>
            <a:r>
              <a:rPr sz="3400" spc="-27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105" dirty="0">
                <a:solidFill>
                  <a:srgbClr val="FDFBE8"/>
                </a:solidFill>
                <a:latin typeface="Verdana"/>
                <a:cs typeface="Verdana"/>
              </a:rPr>
              <a:t>during</a:t>
            </a:r>
            <a:r>
              <a:rPr sz="3400" spc="-26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85" dirty="0">
                <a:solidFill>
                  <a:srgbClr val="FDFBE8"/>
                </a:solidFill>
                <a:latin typeface="Verdana"/>
                <a:cs typeface="Verdana"/>
              </a:rPr>
              <a:t>the</a:t>
            </a:r>
            <a:r>
              <a:rPr sz="3400" spc="-27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45" dirty="0">
                <a:solidFill>
                  <a:srgbClr val="FDFBE8"/>
                </a:solidFill>
                <a:latin typeface="Verdana"/>
                <a:cs typeface="Verdana"/>
              </a:rPr>
              <a:t>2025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4403" y="6703314"/>
            <a:ext cx="8011795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spc="175" dirty="0">
                <a:solidFill>
                  <a:srgbClr val="FDFBE8"/>
                </a:solidFill>
                <a:latin typeface="Verdana"/>
                <a:cs typeface="Verdana"/>
              </a:rPr>
              <a:t>Kumbh</a:t>
            </a:r>
            <a:r>
              <a:rPr sz="3400" spc="-29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95" dirty="0">
                <a:solidFill>
                  <a:srgbClr val="FDFBE8"/>
                </a:solidFill>
                <a:latin typeface="Verdana"/>
                <a:cs typeface="Verdana"/>
              </a:rPr>
              <a:t>Mela</a:t>
            </a:r>
            <a:r>
              <a:rPr sz="3400" spc="-29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85" dirty="0">
                <a:solidFill>
                  <a:srgbClr val="FDFBE8"/>
                </a:solidFill>
                <a:latin typeface="Verdana"/>
                <a:cs typeface="Verdana"/>
              </a:rPr>
              <a:t>stampede</a:t>
            </a:r>
            <a:r>
              <a:rPr sz="3400" spc="-29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70" dirty="0">
                <a:solidFill>
                  <a:srgbClr val="FDFBE8"/>
                </a:solidFill>
                <a:latin typeface="Verdana"/>
                <a:cs typeface="Verdana"/>
              </a:rPr>
              <a:t>in</a:t>
            </a:r>
            <a:r>
              <a:rPr sz="3400" spc="-29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20" dirty="0">
                <a:solidFill>
                  <a:srgbClr val="FDFBE8"/>
                </a:solidFill>
                <a:latin typeface="Verdana"/>
                <a:cs typeface="Verdana"/>
              </a:rPr>
              <a:t>Prayagraj,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4403" y="7226351"/>
            <a:ext cx="809117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3400" dirty="0">
                <a:solidFill>
                  <a:srgbClr val="FDFBE8"/>
                </a:solidFill>
                <a:latin typeface="Verdana"/>
                <a:cs typeface="Verdana"/>
              </a:rPr>
              <a:t>administrative</a:t>
            </a:r>
            <a:r>
              <a:rPr sz="3400" spc="-14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105" dirty="0">
                <a:solidFill>
                  <a:srgbClr val="FDFBE8"/>
                </a:solidFill>
                <a:latin typeface="Verdana"/>
                <a:cs typeface="Verdana"/>
              </a:rPr>
              <a:t>mismanagement</a:t>
            </a:r>
            <a:r>
              <a:rPr sz="3400" spc="-13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25" dirty="0">
                <a:solidFill>
                  <a:srgbClr val="FDFBE8"/>
                </a:solidFill>
                <a:latin typeface="Verdana"/>
                <a:cs typeface="Verdana"/>
              </a:rPr>
              <a:t>was </a:t>
            </a:r>
            <a:r>
              <a:rPr sz="3400" spc="80" dirty="0">
                <a:solidFill>
                  <a:srgbClr val="FDFBE8"/>
                </a:solidFill>
                <a:latin typeface="Verdana"/>
                <a:cs typeface="Verdana"/>
              </a:rPr>
              <a:t>cited</a:t>
            </a:r>
            <a:r>
              <a:rPr sz="3400" spc="-280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75" dirty="0">
                <a:solidFill>
                  <a:srgbClr val="FDFBE8"/>
                </a:solidFill>
                <a:latin typeface="Verdana"/>
                <a:cs typeface="Verdana"/>
              </a:rPr>
              <a:t>as</a:t>
            </a:r>
            <a:r>
              <a:rPr sz="3400" spc="-27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-30" dirty="0">
                <a:solidFill>
                  <a:srgbClr val="FDFBE8"/>
                </a:solidFill>
                <a:latin typeface="Verdana"/>
                <a:cs typeface="Verdana"/>
              </a:rPr>
              <a:t>a</a:t>
            </a:r>
            <a:r>
              <a:rPr sz="3400" spc="-27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90" dirty="0">
                <a:solidFill>
                  <a:srgbClr val="FDFBE8"/>
                </a:solidFill>
                <a:latin typeface="Verdana"/>
                <a:cs typeface="Verdana"/>
              </a:rPr>
              <a:t>contributing</a:t>
            </a:r>
            <a:r>
              <a:rPr sz="3400" spc="-27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dirty="0">
                <a:solidFill>
                  <a:srgbClr val="FDFBE8"/>
                </a:solidFill>
                <a:latin typeface="Verdana"/>
                <a:cs typeface="Verdana"/>
              </a:rPr>
              <a:t>factor</a:t>
            </a:r>
            <a:r>
              <a:rPr sz="3400" spc="-27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65" dirty="0">
                <a:solidFill>
                  <a:srgbClr val="FDFBE8"/>
                </a:solidFill>
                <a:latin typeface="Verdana"/>
                <a:cs typeface="Verdana"/>
              </a:rPr>
              <a:t>to</a:t>
            </a:r>
            <a:r>
              <a:rPr sz="3400" spc="-275" dirty="0">
                <a:solidFill>
                  <a:srgbClr val="FDFBE8"/>
                </a:solidFill>
                <a:latin typeface="Verdana"/>
                <a:cs typeface="Verdana"/>
              </a:rPr>
              <a:t> </a:t>
            </a:r>
            <a:r>
              <a:rPr sz="3400" spc="60" dirty="0">
                <a:solidFill>
                  <a:srgbClr val="FDFBE8"/>
                </a:solidFill>
                <a:latin typeface="Verdana"/>
                <a:cs typeface="Verdana"/>
              </a:rPr>
              <a:t>the </a:t>
            </a:r>
            <a:r>
              <a:rPr sz="3400" spc="-10" dirty="0">
                <a:solidFill>
                  <a:srgbClr val="FDFBE8"/>
                </a:solidFill>
                <a:latin typeface="Verdana"/>
                <a:cs typeface="Verdana"/>
              </a:rPr>
              <a:t>tragedy.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5999" y="0"/>
            <a:ext cx="6096000" cy="10287000"/>
          </a:xfrm>
          <a:custGeom>
            <a:avLst/>
            <a:gdLst/>
            <a:ahLst/>
            <a:cxnLst/>
            <a:rect l="l" t="t" r="r" b="b"/>
            <a:pathLst>
              <a:path w="6096000" h="10287000">
                <a:moveTo>
                  <a:pt x="6095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6095999" y="0"/>
                </a:lnTo>
                <a:lnTo>
                  <a:pt x="6095999" y="1028699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892" y="200788"/>
            <a:ext cx="16496665" cy="807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884805" algn="l"/>
                <a:tab pos="7863840" algn="l"/>
                <a:tab pos="8973185" algn="l"/>
                <a:tab pos="12744450" algn="l"/>
              </a:tabLst>
            </a:pPr>
            <a:r>
              <a:rPr sz="5100" b="1" spc="260" dirty="0">
                <a:solidFill>
                  <a:srgbClr val="3B342E"/>
                </a:solidFill>
                <a:latin typeface="Tahoma"/>
                <a:cs typeface="Tahoma"/>
              </a:rPr>
              <a:t>MAJOR</a:t>
            </a:r>
            <a:r>
              <a:rPr sz="5100" b="1" dirty="0">
                <a:solidFill>
                  <a:srgbClr val="3B342E"/>
                </a:solidFill>
                <a:latin typeface="Tahoma"/>
                <a:cs typeface="Tahoma"/>
              </a:rPr>
              <a:t>	</a:t>
            </a:r>
            <a:r>
              <a:rPr sz="5100" b="1" spc="210" dirty="0">
                <a:solidFill>
                  <a:srgbClr val="3B342E"/>
                </a:solidFill>
                <a:latin typeface="Tahoma"/>
                <a:cs typeface="Tahoma"/>
              </a:rPr>
              <a:t>CHALLENGES</a:t>
            </a:r>
            <a:r>
              <a:rPr sz="5100" b="1" dirty="0">
                <a:solidFill>
                  <a:srgbClr val="3B342E"/>
                </a:solidFill>
                <a:latin typeface="Tahoma"/>
                <a:cs typeface="Tahoma"/>
              </a:rPr>
              <a:t>	</a:t>
            </a:r>
            <a:r>
              <a:rPr sz="5100" b="1" spc="-325" dirty="0">
                <a:solidFill>
                  <a:srgbClr val="3B342E"/>
                </a:solidFill>
                <a:latin typeface="Tahoma"/>
                <a:cs typeface="Tahoma"/>
              </a:rPr>
              <a:t>IN</a:t>
            </a:r>
            <a:r>
              <a:rPr sz="5100" b="1" dirty="0">
                <a:solidFill>
                  <a:srgbClr val="3B342E"/>
                </a:solidFill>
                <a:latin typeface="Tahoma"/>
                <a:cs typeface="Tahoma"/>
              </a:rPr>
              <a:t>	</a:t>
            </a:r>
            <a:r>
              <a:rPr sz="5100" b="1" spc="-10" dirty="0">
                <a:solidFill>
                  <a:srgbClr val="3B342E"/>
                </a:solidFill>
                <a:latin typeface="Tahoma"/>
                <a:cs typeface="Tahoma"/>
              </a:rPr>
              <a:t>DISASTER</a:t>
            </a:r>
            <a:r>
              <a:rPr sz="5100" b="1" dirty="0">
                <a:solidFill>
                  <a:srgbClr val="3B342E"/>
                </a:solidFill>
                <a:latin typeface="Tahoma"/>
                <a:cs typeface="Tahoma"/>
              </a:rPr>
              <a:t>	</a:t>
            </a:r>
            <a:r>
              <a:rPr sz="5100" b="1" spc="190" dirty="0">
                <a:solidFill>
                  <a:srgbClr val="3B342E"/>
                </a:solidFill>
                <a:latin typeface="Tahoma"/>
                <a:cs typeface="Tahoma"/>
              </a:rPr>
              <a:t>RESPONSE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274" y="2999802"/>
            <a:ext cx="5651500" cy="5600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5200" spc="-535" dirty="0">
                <a:latin typeface="Tahoma"/>
                <a:cs typeface="Tahoma"/>
              </a:rPr>
              <a:t>DETECTION</a:t>
            </a:r>
            <a:endParaRPr sz="5200">
              <a:latin typeface="Tahoma"/>
              <a:cs typeface="Tahoma"/>
            </a:endParaRPr>
          </a:p>
          <a:p>
            <a:pPr marL="12700" marR="5080" algn="ctr">
              <a:lnSpc>
                <a:spcPct val="117300"/>
              </a:lnSpc>
              <a:spcBef>
                <a:spcPts val="3120"/>
              </a:spcBef>
            </a:pPr>
            <a:r>
              <a:rPr sz="4900" spc="-120" dirty="0">
                <a:solidFill>
                  <a:srgbClr val="3B342E"/>
                </a:solidFill>
                <a:latin typeface="Lucida Sans Unicode"/>
                <a:cs typeface="Lucida Sans Unicode"/>
              </a:rPr>
              <a:t>Tardy</a:t>
            </a:r>
            <a:r>
              <a:rPr sz="4900" spc="-265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85" dirty="0">
                <a:solidFill>
                  <a:srgbClr val="3B342E"/>
                </a:solidFill>
                <a:latin typeface="Lucida Sans Unicode"/>
                <a:cs typeface="Lucida Sans Unicode"/>
              </a:rPr>
              <a:t>identification </a:t>
            </a:r>
            <a:r>
              <a:rPr sz="4900" spc="-95" dirty="0">
                <a:solidFill>
                  <a:srgbClr val="3B342E"/>
                </a:solidFill>
                <a:latin typeface="Lucida Sans Unicode"/>
                <a:cs typeface="Lucida Sans Unicode"/>
              </a:rPr>
              <a:t>of</a:t>
            </a:r>
            <a:r>
              <a:rPr sz="4900" spc="-27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90" dirty="0">
                <a:solidFill>
                  <a:srgbClr val="3B342E"/>
                </a:solidFill>
                <a:latin typeface="Lucida Sans Unicode"/>
                <a:cs typeface="Lucida Sans Unicode"/>
              </a:rPr>
              <a:t>disasters</a:t>
            </a:r>
            <a:r>
              <a:rPr sz="4900" spc="-27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10" dirty="0">
                <a:solidFill>
                  <a:srgbClr val="3B342E"/>
                </a:solidFill>
                <a:latin typeface="Lucida Sans Unicode"/>
                <a:cs typeface="Lucida Sans Unicode"/>
              </a:rPr>
              <a:t>cause </a:t>
            </a:r>
            <a:r>
              <a:rPr sz="4900" spc="-100" dirty="0">
                <a:solidFill>
                  <a:srgbClr val="3B342E"/>
                </a:solidFill>
                <a:latin typeface="Lucida Sans Unicode"/>
                <a:cs typeface="Lucida Sans Unicode"/>
              </a:rPr>
              <a:t>fatalities</a:t>
            </a:r>
            <a:r>
              <a:rPr sz="4900" spc="-229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5" dirty="0">
                <a:solidFill>
                  <a:srgbClr val="3B342E"/>
                </a:solidFill>
                <a:latin typeface="Lucida Sans Unicode"/>
                <a:cs typeface="Lucida Sans Unicode"/>
              </a:rPr>
              <a:t>and </a:t>
            </a:r>
            <a:r>
              <a:rPr sz="4900" spc="-10" dirty="0">
                <a:solidFill>
                  <a:srgbClr val="3B342E"/>
                </a:solidFill>
                <a:latin typeface="Lucida Sans Unicode"/>
                <a:cs typeface="Lucida Sans Unicode"/>
              </a:rPr>
              <a:t>economic damages.</a:t>
            </a:r>
            <a:endParaRPr sz="49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0245" y="2411271"/>
            <a:ext cx="5548630" cy="57505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0730" marR="934085" indent="-635" algn="ctr">
              <a:lnSpc>
                <a:spcPct val="116599"/>
              </a:lnSpc>
              <a:spcBef>
                <a:spcPts val="90"/>
              </a:spcBef>
            </a:pPr>
            <a:r>
              <a:rPr sz="5200" spc="-455" dirty="0">
                <a:solidFill>
                  <a:srgbClr val="3B342E"/>
                </a:solidFill>
                <a:latin typeface="Tahoma"/>
                <a:cs typeface="Tahoma"/>
              </a:rPr>
              <a:t>INTERNET </a:t>
            </a:r>
            <a:r>
              <a:rPr sz="5200" spc="-495" dirty="0">
                <a:solidFill>
                  <a:srgbClr val="3B342E"/>
                </a:solidFill>
                <a:latin typeface="Tahoma"/>
                <a:cs typeface="Tahoma"/>
              </a:rPr>
              <a:t>CONNECTIVITY</a:t>
            </a:r>
            <a:endParaRPr sz="5200">
              <a:latin typeface="Tahoma"/>
              <a:cs typeface="Tahoma"/>
            </a:endParaRPr>
          </a:p>
          <a:p>
            <a:pPr marL="12065" marR="5080" algn="ctr">
              <a:lnSpc>
                <a:spcPct val="117300"/>
              </a:lnSpc>
              <a:spcBef>
                <a:spcPts val="2930"/>
              </a:spcBef>
              <a:tabLst>
                <a:tab pos="4416425" algn="l"/>
              </a:tabLst>
            </a:pPr>
            <a:r>
              <a:rPr sz="4900" spc="-10" dirty="0">
                <a:solidFill>
                  <a:srgbClr val="3B342E"/>
                </a:solidFill>
                <a:latin typeface="Lucida Sans Unicode"/>
                <a:cs typeface="Lucida Sans Unicode"/>
              </a:rPr>
              <a:t>Communication </a:t>
            </a:r>
            <a:r>
              <a:rPr sz="4900" spc="-50" dirty="0">
                <a:solidFill>
                  <a:srgbClr val="3B342E"/>
                </a:solidFill>
                <a:latin typeface="Lucida Sans Unicode"/>
                <a:cs typeface="Lucida Sans Unicode"/>
              </a:rPr>
              <a:t>breakdown</a:t>
            </a:r>
            <a:r>
              <a:rPr sz="4900" spc="-335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5" dirty="0">
                <a:solidFill>
                  <a:srgbClr val="3B342E"/>
                </a:solidFill>
                <a:latin typeface="Lucida Sans Unicode"/>
                <a:cs typeface="Lucida Sans Unicode"/>
              </a:rPr>
              <a:t>and </a:t>
            </a:r>
            <a:r>
              <a:rPr sz="4900" spc="-10" dirty="0">
                <a:solidFill>
                  <a:srgbClr val="3B342E"/>
                </a:solidFill>
                <a:latin typeface="Lucida Sans Unicode"/>
                <a:cs typeface="Lucida Sans Unicode"/>
              </a:rPr>
              <a:t>disconnection</a:t>
            </a:r>
            <a:r>
              <a:rPr sz="4900" dirty="0">
                <a:solidFill>
                  <a:srgbClr val="3B342E"/>
                </a:solidFill>
                <a:latin typeface="Lucida Sans Unicode"/>
                <a:cs typeface="Lucida Sans Unicode"/>
              </a:rPr>
              <a:t>	</a:t>
            </a:r>
            <a:r>
              <a:rPr sz="4900" spc="-25" dirty="0">
                <a:solidFill>
                  <a:srgbClr val="3B342E"/>
                </a:solidFill>
                <a:latin typeface="Lucida Sans Unicode"/>
                <a:cs typeface="Lucida Sans Unicode"/>
              </a:rPr>
              <a:t>due </a:t>
            </a:r>
            <a:r>
              <a:rPr sz="4900" spc="-45" dirty="0">
                <a:solidFill>
                  <a:srgbClr val="3B342E"/>
                </a:solidFill>
                <a:latin typeface="Lucida Sans Unicode"/>
                <a:cs typeface="Lucida Sans Unicode"/>
              </a:rPr>
              <a:t>to</a:t>
            </a:r>
            <a:r>
              <a:rPr sz="4900" spc="-34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10" dirty="0">
                <a:solidFill>
                  <a:srgbClr val="3B342E"/>
                </a:solidFill>
                <a:latin typeface="Lucida Sans Unicode"/>
                <a:cs typeface="Lucida Sans Unicode"/>
              </a:rPr>
              <a:t>disaster.</a:t>
            </a:r>
            <a:endParaRPr sz="49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2835" y="2999802"/>
            <a:ext cx="5254625" cy="5600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42290" algn="ctr">
              <a:lnSpc>
                <a:spcPct val="100000"/>
              </a:lnSpc>
              <a:spcBef>
                <a:spcPts val="130"/>
              </a:spcBef>
            </a:pPr>
            <a:r>
              <a:rPr sz="5200" spc="-480" dirty="0">
                <a:solidFill>
                  <a:srgbClr val="3B342E"/>
                </a:solidFill>
                <a:latin typeface="Tahoma"/>
                <a:cs typeface="Tahoma"/>
              </a:rPr>
              <a:t>LOCALIZATION</a:t>
            </a:r>
            <a:endParaRPr sz="5200">
              <a:latin typeface="Tahoma"/>
              <a:cs typeface="Tahoma"/>
            </a:endParaRPr>
          </a:p>
          <a:p>
            <a:pPr marL="12700" marR="5080" algn="ctr">
              <a:lnSpc>
                <a:spcPct val="117300"/>
              </a:lnSpc>
              <a:spcBef>
                <a:spcPts val="3120"/>
              </a:spcBef>
            </a:pPr>
            <a:r>
              <a:rPr sz="4900" spc="-30" dirty="0">
                <a:solidFill>
                  <a:srgbClr val="3B342E"/>
                </a:solidFill>
                <a:latin typeface="Lucida Sans Unicode"/>
                <a:cs typeface="Lucida Sans Unicode"/>
              </a:rPr>
              <a:t>It</a:t>
            </a:r>
            <a:r>
              <a:rPr sz="4900" spc="-36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170" dirty="0">
                <a:solidFill>
                  <a:srgbClr val="3B342E"/>
                </a:solidFill>
                <a:latin typeface="Lucida Sans Unicode"/>
                <a:cs typeface="Lucida Sans Unicode"/>
              </a:rPr>
              <a:t>is</a:t>
            </a:r>
            <a:r>
              <a:rPr sz="4900" spc="-27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0" dirty="0">
                <a:solidFill>
                  <a:srgbClr val="3B342E"/>
                </a:solidFill>
                <a:latin typeface="Lucida Sans Unicode"/>
                <a:cs typeface="Lucida Sans Unicode"/>
              </a:rPr>
              <a:t>very</a:t>
            </a:r>
            <a:r>
              <a:rPr sz="4900" spc="-335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0" dirty="0">
                <a:solidFill>
                  <a:srgbClr val="3B342E"/>
                </a:solidFill>
                <a:latin typeface="Lucida Sans Unicode"/>
                <a:cs typeface="Lucida Sans Unicode"/>
              </a:rPr>
              <a:t>time </a:t>
            </a:r>
            <a:r>
              <a:rPr sz="4900" spc="-130" dirty="0">
                <a:solidFill>
                  <a:srgbClr val="3B342E"/>
                </a:solidFill>
                <a:latin typeface="Lucida Sans Unicode"/>
                <a:cs typeface="Lucida Sans Unicode"/>
              </a:rPr>
              <a:t>consuming</a:t>
            </a:r>
            <a:r>
              <a:rPr sz="4900" spc="-204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5" dirty="0">
                <a:solidFill>
                  <a:srgbClr val="3B342E"/>
                </a:solidFill>
                <a:latin typeface="Lucida Sans Unicode"/>
                <a:cs typeface="Lucida Sans Unicode"/>
              </a:rPr>
              <a:t>for </a:t>
            </a:r>
            <a:r>
              <a:rPr sz="4900" spc="-40" dirty="0">
                <a:solidFill>
                  <a:srgbClr val="3B342E"/>
                </a:solidFill>
                <a:latin typeface="Lucida Sans Unicode"/>
                <a:cs typeface="Lucida Sans Unicode"/>
              </a:rPr>
              <a:t>rescue</a:t>
            </a:r>
            <a:r>
              <a:rPr sz="4900" spc="-34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35" dirty="0">
                <a:solidFill>
                  <a:srgbClr val="3B342E"/>
                </a:solidFill>
                <a:latin typeface="Lucida Sans Unicode"/>
                <a:cs typeface="Lucida Sans Unicode"/>
              </a:rPr>
              <a:t>teams</a:t>
            </a:r>
            <a:r>
              <a:rPr sz="4900" spc="-34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5" dirty="0">
                <a:solidFill>
                  <a:srgbClr val="3B342E"/>
                </a:solidFill>
                <a:latin typeface="Lucida Sans Unicode"/>
                <a:cs typeface="Lucida Sans Unicode"/>
              </a:rPr>
              <a:t>to </a:t>
            </a:r>
            <a:r>
              <a:rPr sz="4900" spc="-70" dirty="0">
                <a:solidFill>
                  <a:srgbClr val="3B342E"/>
                </a:solidFill>
                <a:latin typeface="Lucida Sans Unicode"/>
                <a:cs typeface="Lucida Sans Unicode"/>
              </a:rPr>
              <a:t>locate</a:t>
            </a:r>
            <a:r>
              <a:rPr sz="4900" spc="-27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130" dirty="0">
                <a:solidFill>
                  <a:srgbClr val="3B342E"/>
                </a:solidFill>
                <a:latin typeface="Lucida Sans Unicode"/>
                <a:cs typeface="Lucida Sans Unicode"/>
              </a:rPr>
              <a:t>victims</a:t>
            </a:r>
            <a:r>
              <a:rPr sz="4900" spc="-270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25" dirty="0">
                <a:solidFill>
                  <a:srgbClr val="3B342E"/>
                </a:solidFill>
                <a:latin typeface="Lucida Sans Unicode"/>
                <a:cs typeface="Lucida Sans Unicode"/>
              </a:rPr>
              <a:t>and </a:t>
            </a:r>
            <a:r>
              <a:rPr sz="4900" spc="-60" dirty="0">
                <a:solidFill>
                  <a:srgbClr val="3B342E"/>
                </a:solidFill>
                <a:latin typeface="Lucida Sans Unicode"/>
                <a:cs typeface="Lucida Sans Unicode"/>
              </a:rPr>
              <a:t>help</a:t>
            </a:r>
            <a:r>
              <a:rPr sz="4900" spc="-315" dirty="0">
                <a:solidFill>
                  <a:srgbClr val="3B342E"/>
                </a:solidFill>
                <a:latin typeface="Lucida Sans Unicode"/>
                <a:cs typeface="Lucida Sans Unicode"/>
              </a:rPr>
              <a:t> </a:t>
            </a:r>
            <a:r>
              <a:rPr sz="4900" spc="-10" dirty="0">
                <a:solidFill>
                  <a:srgbClr val="3B342E"/>
                </a:solidFill>
                <a:latin typeface="Lucida Sans Unicode"/>
                <a:cs typeface="Lucida Sans Unicode"/>
              </a:rPr>
              <a:t>them.</a:t>
            </a:r>
            <a:endParaRPr sz="4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7996" y="0"/>
            <a:ext cx="3860003" cy="24860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19224" y="4599524"/>
            <a:ext cx="133350" cy="2495550"/>
            <a:chOff x="1419224" y="4599524"/>
            <a:chExt cx="133350" cy="24955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9224" y="4599524"/>
              <a:ext cx="133350" cy="133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9224" y="5780624"/>
              <a:ext cx="133350" cy="1333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9224" y="6961724"/>
              <a:ext cx="133350" cy="13334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9224" y="8142823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9224" y="8733373"/>
            <a:ext cx="133350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000" y="893220"/>
            <a:ext cx="13970635" cy="9318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0"/>
              </a:spcBef>
            </a:pPr>
            <a:r>
              <a:rPr sz="3800" spc="85" dirty="0">
                <a:latin typeface="Verdana"/>
                <a:cs typeface="Verdana"/>
              </a:rPr>
              <a:t>Our</a:t>
            </a:r>
            <a:r>
              <a:rPr sz="3800" spc="-310" dirty="0">
                <a:latin typeface="Verdana"/>
                <a:cs typeface="Verdana"/>
              </a:rPr>
              <a:t> </a:t>
            </a:r>
            <a:r>
              <a:rPr sz="3800" spc="100" dirty="0">
                <a:latin typeface="Verdana"/>
                <a:cs typeface="Verdana"/>
              </a:rPr>
              <a:t>DEEPRESCUE-</a:t>
            </a:r>
            <a:r>
              <a:rPr sz="3800" spc="-310" dirty="0">
                <a:latin typeface="Verdana"/>
                <a:cs typeface="Verdana"/>
              </a:rPr>
              <a:t> </a:t>
            </a:r>
            <a:r>
              <a:rPr sz="3800" spc="-170" dirty="0">
                <a:latin typeface="Verdana"/>
                <a:cs typeface="Verdana"/>
              </a:rPr>
              <a:t>AI</a:t>
            </a:r>
            <a:r>
              <a:rPr sz="3800" spc="-30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system</a:t>
            </a:r>
            <a:r>
              <a:rPr sz="3800" spc="-310" dirty="0">
                <a:latin typeface="Verdana"/>
                <a:cs typeface="Verdana"/>
              </a:rPr>
              <a:t> </a:t>
            </a:r>
            <a:r>
              <a:rPr sz="3800" spc="-40" dirty="0">
                <a:latin typeface="Verdana"/>
                <a:cs typeface="Verdana"/>
              </a:rPr>
              <a:t>analyzes</a:t>
            </a:r>
            <a:r>
              <a:rPr sz="3800" spc="-30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satellite</a:t>
            </a:r>
            <a:r>
              <a:rPr sz="3800" spc="-310" dirty="0">
                <a:latin typeface="Verdana"/>
                <a:cs typeface="Verdana"/>
              </a:rPr>
              <a:t> </a:t>
            </a:r>
            <a:r>
              <a:rPr sz="3800" spc="114" dirty="0">
                <a:latin typeface="Verdana"/>
                <a:cs typeface="Verdana"/>
              </a:rPr>
              <a:t>and</a:t>
            </a:r>
            <a:r>
              <a:rPr sz="3800" spc="-31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aerial </a:t>
            </a:r>
            <a:r>
              <a:rPr sz="3800" spc="-30" dirty="0">
                <a:latin typeface="Verdana"/>
                <a:cs typeface="Verdana"/>
              </a:rPr>
              <a:t>images,</a:t>
            </a:r>
            <a:r>
              <a:rPr sz="3800" spc="-320" dirty="0">
                <a:latin typeface="Verdana"/>
                <a:cs typeface="Verdana"/>
              </a:rPr>
              <a:t> </a:t>
            </a:r>
            <a:r>
              <a:rPr sz="3800" spc="120" dirty="0">
                <a:latin typeface="Verdana"/>
                <a:cs typeface="Verdana"/>
              </a:rPr>
              <a:t>helping</a:t>
            </a:r>
            <a:r>
              <a:rPr sz="3800" spc="-315" dirty="0">
                <a:latin typeface="Verdana"/>
                <a:cs typeface="Verdana"/>
              </a:rPr>
              <a:t> </a:t>
            </a:r>
            <a:r>
              <a:rPr sz="3800" spc="50" dirty="0">
                <a:latin typeface="Verdana"/>
                <a:cs typeface="Verdana"/>
              </a:rPr>
              <a:t>to</a:t>
            </a:r>
            <a:r>
              <a:rPr sz="3800" spc="-315" dirty="0">
                <a:latin typeface="Verdana"/>
                <a:cs typeface="Verdana"/>
              </a:rPr>
              <a:t> </a:t>
            </a:r>
            <a:r>
              <a:rPr sz="3800" spc="105" dirty="0">
                <a:latin typeface="Verdana"/>
                <a:cs typeface="Verdana"/>
              </a:rPr>
              <a:t>pinpoint</a:t>
            </a:r>
            <a:r>
              <a:rPr sz="3800" spc="-315" dirty="0">
                <a:latin typeface="Verdana"/>
                <a:cs typeface="Verdana"/>
              </a:rPr>
              <a:t> </a:t>
            </a:r>
            <a:r>
              <a:rPr sz="3800" spc="45" dirty="0">
                <a:latin typeface="Verdana"/>
                <a:cs typeface="Verdana"/>
              </a:rPr>
              <a:t>affected</a:t>
            </a:r>
            <a:r>
              <a:rPr sz="3800" spc="-320" dirty="0">
                <a:latin typeface="Verdana"/>
                <a:cs typeface="Verdana"/>
              </a:rPr>
              <a:t> </a:t>
            </a:r>
            <a:r>
              <a:rPr sz="3800" spc="-145" dirty="0">
                <a:latin typeface="Verdana"/>
                <a:cs typeface="Verdana"/>
              </a:rPr>
              <a:t>areas,</a:t>
            </a:r>
            <a:r>
              <a:rPr sz="3800" spc="-3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evaluate </a:t>
            </a:r>
            <a:r>
              <a:rPr sz="3800" dirty="0">
                <a:latin typeface="Verdana"/>
                <a:cs typeface="Verdana"/>
              </a:rPr>
              <a:t>damage,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spc="114" dirty="0">
                <a:latin typeface="Verdana"/>
                <a:cs typeface="Verdana"/>
              </a:rPr>
              <a:t>and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locate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spc="-75" dirty="0">
                <a:latin typeface="Verdana"/>
                <a:cs typeface="Verdana"/>
              </a:rPr>
              <a:t>survivors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spc="85" dirty="0">
                <a:latin typeface="Verdana"/>
                <a:cs typeface="Verdana"/>
              </a:rPr>
              <a:t>in</a:t>
            </a:r>
            <a:r>
              <a:rPr sz="3800" spc="-235" dirty="0">
                <a:latin typeface="Verdana"/>
                <a:cs typeface="Verdana"/>
              </a:rPr>
              <a:t> </a:t>
            </a:r>
            <a:r>
              <a:rPr sz="3800" spc="-55" dirty="0">
                <a:latin typeface="Verdana"/>
                <a:cs typeface="Verdana"/>
              </a:rPr>
              <a:t>disaster-</a:t>
            </a:r>
            <a:r>
              <a:rPr sz="3800" spc="70" dirty="0">
                <a:latin typeface="Verdana"/>
                <a:cs typeface="Verdana"/>
              </a:rPr>
              <a:t>hit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regions.</a:t>
            </a:r>
            <a:endParaRPr sz="3800">
              <a:latin typeface="Verdana"/>
              <a:cs typeface="Verdana"/>
            </a:endParaRPr>
          </a:p>
          <a:p>
            <a:pPr marL="12700" marR="161925">
              <a:lnSpc>
                <a:spcPts val="5330"/>
              </a:lnSpc>
              <a:spcBef>
                <a:spcPts val="300"/>
              </a:spcBef>
            </a:pPr>
            <a:r>
              <a:rPr sz="3800" spc="-210" dirty="0">
                <a:latin typeface="Verdana"/>
                <a:cs typeface="Verdana"/>
              </a:rPr>
              <a:t>It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integrates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spc="-90" dirty="0">
                <a:latin typeface="Verdana"/>
                <a:cs typeface="Verdana"/>
              </a:rPr>
              <a:t>real-</a:t>
            </a:r>
            <a:r>
              <a:rPr sz="3800" spc="95" dirty="0">
                <a:latin typeface="Verdana"/>
                <a:cs typeface="Verdana"/>
              </a:rPr>
              <a:t>time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data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spc="114" dirty="0">
                <a:latin typeface="Verdana"/>
                <a:cs typeface="Verdana"/>
              </a:rPr>
              <a:t>with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spc="-245" dirty="0">
                <a:latin typeface="Verdana"/>
                <a:cs typeface="Verdana"/>
              </a:rPr>
              <a:t>GIS</a:t>
            </a:r>
            <a:r>
              <a:rPr sz="3800" spc="-260" dirty="0">
                <a:latin typeface="Verdana"/>
                <a:cs typeface="Verdana"/>
              </a:rPr>
              <a:t> </a:t>
            </a:r>
            <a:r>
              <a:rPr sz="3800" spc="160" dirty="0">
                <a:latin typeface="Verdana"/>
                <a:cs typeface="Verdana"/>
              </a:rPr>
              <a:t>mapping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spc="50" dirty="0">
                <a:latin typeface="Verdana"/>
                <a:cs typeface="Verdana"/>
              </a:rPr>
              <a:t>to</a:t>
            </a:r>
            <a:r>
              <a:rPr sz="3800" spc="-265" dirty="0">
                <a:latin typeface="Verdana"/>
                <a:cs typeface="Verdana"/>
              </a:rPr>
              <a:t> </a:t>
            </a:r>
            <a:r>
              <a:rPr sz="3800" spc="55" dirty="0">
                <a:latin typeface="Verdana"/>
                <a:cs typeface="Verdana"/>
              </a:rPr>
              <a:t>support </a:t>
            </a:r>
            <a:r>
              <a:rPr sz="3800" spc="-55" dirty="0">
                <a:latin typeface="Verdana"/>
                <a:cs typeface="Verdana"/>
              </a:rPr>
              <a:t>first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responders</a:t>
            </a:r>
            <a:r>
              <a:rPr sz="3800" spc="-235" dirty="0">
                <a:latin typeface="Verdana"/>
                <a:cs typeface="Verdana"/>
              </a:rPr>
              <a:t> </a:t>
            </a:r>
            <a:r>
              <a:rPr sz="3800" spc="114" dirty="0">
                <a:latin typeface="Verdana"/>
                <a:cs typeface="Verdana"/>
              </a:rPr>
              <a:t>and</a:t>
            </a:r>
            <a:r>
              <a:rPr sz="3800" spc="-235" dirty="0">
                <a:latin typeface="Verdana"/>
                <a:cs typeface="Verdana"/>
              </a:rPr>
              <a:t> </a:t>
            </a:r>
            <a:r>
              <a:rPr sz="3800" spc="-25" dirty="0">
                <a:latin typeface="Verdana"/>
                <a:cs typeface="Verdana"/>
              </a:rPr>
              <a:t>relief</a:t>
            </a:r>
            <a:r>
              <a:rPr sz="3800" spc="-24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teams.</a:t>
            </a:r>
            <a:endParaRPr sz="3800">
              <a:latin typeface="Verdana"/>
              <a:cs typeface="Verdana"/>
            </a:endParaRPr>
          </a:p>
          <a:p>
            <a:pPr marL="731520" marR="820419">
              <a:lnSpc>
                <a:spcPts val="4650"/>
              </a:lnSpc>
              <a:spcBef>
                <a:spcPts val="10"/>
              </a:spcBef>
            </a:pPr>
            <a:r>
              <a:rPr sz="3300" spc="105" dirty="0">
                <a:latin typeface="Verdana"/>
                <a:cs typeface="Verdana"/>
              </a:rPr>
              <a:t>Automated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110" dirty="0">
                <a:latin typeface="Verdana"/>
                <a:cs typeface="Verdana"/>
              </a:rPr>
              <a:t>Damage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Assessment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80" dirty="0">
                <a:latin typeface="Verdana"/>
                <a:cs typeface="Verdana"/>
              </a:rPr>
              <a:t>using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-175" dirty="0">
                <a:latin typeface="Verdana"/>
                <a:cs typeface="Verdana"/>
              </a:rPr>
              <a:t>AI-</a:t>
            </a:r>
            <a:r>
              <a:rPr sz="3300" spc="95" dirty="0">
                <a:latin typeface="Verdana"/>
                <a:cs typeface="Verdana"/>
              </a:rPr>
              <a:t>powered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90" dirty="0">
                <a:latin typeface="Verdana"/>
                <a:cs typeface="Verdana"/>
              </a:rPr>
              <a:t>image </a:t>
            </a:r>
            <a:r>
              <a:rPr sz="3300" dirty="0">
                <a:latin typeface="Verdana"/>
                <a:cs typeface="Verdana"/>
              </a:rPr>
              <a:t>classification</a:t>
            </a:r>
            <a:r>
              <a:rPr sz="3300" spc="-14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(CNNs).</a:t>
            </a:r>
            <a:endParaRPr sz="3300">
              <a:latin typeface="Verdana"/>
              <a:cs typeface="Verdana"/>
            </a:endParaRPr>
          </a:p>
          <a:p>
            <a:pPr marL="731520" marR="1689100">
              <a:lnSpc>
                <a:spcPts val="4650"/>
              </a:lnSpc>
            </a:pPr>
            <a:r>
              <a:rPr sz="3300" spc="-70" dirty="0">
                <a:latin typeface="Verdana"/>
                <a:cs typeface="Verdana"/>
              </a:rPr>
              <a:t>Survivor</a:t>
            </a:r>
            <a:r>
              <a:rPr sz="3300" spc="-275" dirty="0">
                <a:latin typeface="Verdana"/>
                <a:cs typeface="Verdana"/>
              </a:rPr>
              <a:t> </a:t>
            </a:r>
            <a:r>
              <a:rPr sz="3300" spc="80" dirty="0">
                <a:latin typeface="Verdana"/>
                <a:cs typeface="Verdana"/>
              </a:rPr>
              <a:t>Detection</a:t>
            </a:r>
            <a:r>
              <a:rPr sz="3300" spc="-270" dirty="0">
                <a:latin typeface="Verdana"/>
                <a:cs typeface="Verdana"/>
              </a:rPr>
              <a:t> </a:t>
            </a:r>
            <a:r>
              <a:rPr sz="3300" spc="80" dirty="0">
                <a:latin typeface="Verdana"/>
                <a:cs typeface="Verdana"/>
              </a:rPr>
              <a:t>using</a:t>
            </a:r>
            <a:r>
              <a:rPr sz="3300" spc="-270" dirty="0">
                <a:latin typeface="Verdana"/>
                <a:cs typeface="Verdana"/>
              </a:rPr>
              <a:t> </a:t>
            </a:r>
            <a:r>
              <a:rPr sz="3300" spc="55" dirty="0">
                <a:latin typeface="Verdana"/>
                <a:cs typeface="Verdana"/>
              </a:rPr>
              <a:t>thermal</a:t>
            </a:r>
            <a:r>
              <a:rPr sz="3300" spc="-270" dirty="0">
                <a:latin typeface="Verdana"/>
                <a:cs typeface="Verdana"/>
              </a:rPr>
              <a:t> </a:t>
            </a:r>
            <a:r>
              <a:rPr sz="3300" spc="120" dirty="0">
                <a:latin typeface="Verdana"/>
                <a:cs typeface="Verdana"/>
              </a:rPr>
              <a:t>imaging</a:t>
            </a:r>
            <a:r>
              <a:rPr sz="3300" spc="-270" dirty="0">
                <a:latin typeface="Verdana"/>
                <a:cs typeface="Verdana"/>
              </a:rPr>
              <a:t> </a:t>
            </a:r>
            <a:r>
              <a:rPr sz="3300" spc="105" dirty="0">
                <a:latin typeface="Verdana"/>
                <a:cs typeface="Verdana"/>
              </a:rPr>
              <a:t>and</a:t>
            </a:r>
            <a:r>
              <a:rPr sz="3300" spc="-270" dirty="0">
                <a:latin typeface="Verdana"/>
                <a:cs typeface="Verdana"/>
              </a:rPr>
              <a:t> </a:t>
            </a:r>
            <a:r>
              <a:rPr sz="3300" spc="100" dirty="0">
                <a:latin typeface="Verdana"/>
                <a:cs typeface="Verdana"/>
              </a:rPr>
              <a:t>motion </a:t>
            </a:r>
            <a:r>
              <a:rPr sz="3300" spc="-10" dirty="0">
                <a:latin typeface="Verdana"/>
                <a:cs typeface="Verdana"/>
              </a:rPr>
              <a:t>tracking.</a:t>
            </a:r>
            <a:endParaRPr sz="3300">
              <a:latin typeface="Verdana"/>
              <a:cs typeface="Verdana"/>
            </a:endParaRPr>
          </a:p>
          <a:p>
            <a:pPr marL="731520" marR="67945">
              <a:lnSpc>
                <a:spcPts val="4650"/>
              </a:lnSpc>
            </a:pPr>
            <a:r>
              <a:rPr sz="3300" spc="-45" dirty="0">
                <a:latin typeface="Verdana"/>
                <a:cs typeface="Verdana"/>
              </a:rPr>
              <a:t>Real-</a:t>
            </a:r>
            <a:r>
              <a:rPr sz="3300" dirty="0">
                <a:latin typeface="Verdana"/>
                <a:cs typeface="Verdana"/>
              </a:rPr>
              <a:t>Time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-20" dirty="0">
                <a:latin typeface="Verdana"/>
                <a:cs typeface="Verdana"/>
              </a:rPr>
              <a:t>Disaster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155" dirty="0">
                <a:latin typeface="Verdana"/>
                <a:cs typeface="Verdana"/>
              </a:rPr>
              <a:t>Mapping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100" dirty="0">
                <a:latin typeface="Verdana"/>
                <a:cs typeface="Verdana"/>
              </a:rPr>
              <a:t>with</a:t>
            </a:r>
            <a:r>
              <a:rPr sz="3300" spc="-225" dirty="0">
                <a:latin typeface="Verdana"/>
                <a:cs typeface="Verdana"/>
              </a:rPr>
              <a:t> </a:t>
            </a:r>
            <a:r>
              <a:rPr sz="3300" spc="60" dirty="0">
                <a:latin typeface="Verdana"/>
                <a:cs typeface="Verdana"/>
              </a:rPr>
              <a:t>roadblock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50" dirty="0">
                <a:latin typeface="Verdana"/>
                <a:cs typeface="Verdana"/>
              </a:rPr>
              <a:t>identification</a:t>
            </a:r>
            <a:r>
              <a:rPr sz="3300" spc="-220" dirty="0">
                <a:latin typeface="Verdana"/>
                <a:cs typeface="Verdana"/>
              </a:rPr>
              <a:t> </a:t>
            </a:r>
            <a:r>
              <a:rPr sz="3300" spc="80" dirty="0">
                <a:latin typeface="Verdana"/>
                <a:cs typeface="Verdana"/>
              </a:rPr>
              <a:t>and </a:t>
            </a:r>
            <a:r>
              <a:rPr sz="3300" spc="-45" dirty="0">
                <a:latin typeface="Verdana"/>
                <a:cs typeface="Verdana"/>
              </a:rPr>
              <a:t>safe</a:t>
            </a:r>
            <a:r>
              <a:rPr sz="3300" spc="-17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route</a:t>
            </a:r>
            <a:r>
              <a:rPr sz="3300" spc="-17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suggestions.</a:t>
            </a:r>
            <a:endParaRPr sz="3300">
              <a:latin typeface="Verdana"/>
              <a:cs typeface="Verdana"/>
            </a:endParaRPr>
          </a:p>
          <a:p>
            <a:pPr marL="731520" marR="661035">
              <a:lnSpc>
                <a:spcPts val="4650"/>
              </a:lnSpc>
            </a:pPr>
            <a:r>
              <a:rPr sz="3300" spc="55" dirty="0">
                <a:latin typeface="Verdana"/>
                <a:cs typeface="Verdana"/>
              </a:rPr>
              <a:t>Decision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spc="50" dirty="0">
                <a:latin typeface="Verdana"/>
                <a:cs typeface="Verdana"/>
              </a:rPr>
              <a:t>Support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spc="-20" dirty="0">
                <a:latin typeface="Verdana"/>
                <a:cs typeface="Verdana"/>
              </a:rPr>
              <a:t>System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spc="-215" dirty="0">
                <a:latin typeface="Verdana"/>
                <a:cs typeface="Verdana"/>
              </a:rPr>
              <a:t>(DSS)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spc="60" dirty="0">
                <a:latin typeface="Verdana"/>
                <a:cs typeface="Verdana"/>
              </a:rPr>
              <a:t>to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prioritize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spc="55" dirty="0">
                <a:latin typeface="Verdana"/>
                <a:cs typeface="Verdana"/>
              </a:rPr>
              <a:t>high-</a:t>
            </a:r>
            <a:r>
              <a:rPr sz="3300" spc="-50" dirty="0">
                <a:latin typeface="Verdana"/>
                <a:cs typeface="Verdana"/>
              </a:rPr>
              <a:t>risk</a:t>
            </a:r>
            <a:r>
              <a:rPr sz="3300" spc="-25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zones. </a:t>
            </a:r>
            <a:r>
              <a:rPr sz="3300" spc="-175" dirty="0">
                <a:latin typeface="Verdana"/>
                <a:cs typeface="Verdana"/>
              </a:rPr>
              <a:t>AI-</a:t>
            </a:r>
            <a:r>
              <a:rPr sz="3300" spc="120" dirty="0">
                <a:latin typeface="Verdana"/>
                <a:cs typeface="Verdana"/>
              </a:rPr>
              <a:t>Powered</a:t>
            </a:r>
            <a:r>
              <a:rPr sz="3300" spc="-265" dirty="0">
                <a:latin typeface="Verdana"/>
                <a:cs typeface="Verdana"/>
              </a:rPr>
              <a:t> </a:t>
            </a:r>
            <a:r>
              <a:rPr sz="3300" spc="55" dirty="0">
                <a:latin typeface="Verdana"/>
                <a:cs typeface="Verdana"/>
              </a:rPr>
              <a:t>Predictive</a:t>
            </a:r>
            <a:r>
              <a:rPr sz="3300" spc="-260" dirty="0">
                <a:latin typeface="Verdana"/>
                <a:cs typeface="Verdana"/>
              </a:rPr>
              <a:t> </a:t>
            </a:r>
            <a:r>
              <a:rPr sz="3300" spc="-25" dirty="0">
                <a:latin typeface="Verdana"/>
                <a:cs typeface="Verdana"/>
              </a:rPr>
              <a:t>Analysis</a:t>
            </a:r>
            <a:r>
              <a:rPr sz="3300" spc="-260" dirty="0">
                <a:latin typeface="Verdana"/>
                <a:cs typeface="Verdana"/>
              </a:rPr>
              <a:t> </a:t>
            </a:r>
            <a:r>
              <a:rPr sz="3300" spc="-25" dirty="0">
                <a:latin typeface="Verdana"/>
                <a:cs typeface="Verdana"/>
              </a:rPr>
              <a:t>for</a:t>
            </a:r>
            <a:r>
              <a:rPr sz="3300" spc="-260" dirty="0">
                <a:latin typeface="Verdana"/>
                <a:cs typeface="Verdana"/>
              </a:rPr>
              <a:t> </a:t>
            </a:r>
            <a:r>
              <a:rPr sz="3300" spc="-60" dirty="0">
                <a:latin typeface="Verdana"/>
                <a:cs typeface="Verdana"/>
              </a:rPr>
              <a:t>early</a:t>
            </a:r>
            <a:r>
              <a:rPr sz="3300" spc="-260" dirty="0">
                <a:latin typeface="Verdana"/>
                <a:cs typeface="Verdana"/>
              </a:rPr>
              <a:t> </a:t>
            </a:r>
            <a:r>
              <a:rPr sz="3300" spc="85" dirty="0">
                <a:latin typeface="Verdana"/>
                <a:cs typeface="Verdana"/>
              </a:rPr>
              <a:t>warning</a:t>
            </a:r>
            <a:r>
              <a:rPr sz="3300" spc="-265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systems, </a:t>
            </a:r>
            <a:r>
              <a:rPr sz="3300" spc="85" dirty="0">
                <a:latin typeface="Verdana"/>
                <a:cs typeface="Verdana"/>
              </a:rPr>
              <a:t>enabling</a:t>
            </a:r>
            <a:r>
              <a:rPr sz="3300" spc="-190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authorities</a:t>
            </a:r>
            <a:r>
              <a:rPr sz="3300" spc="-185" dirty="0">
                <a:latin typeface="Verdana"/>
                <a:cs typeface="Verdana"/>
              </a:rPr>
              <a:t> </a:t>
            </a:r>
            <a:r>
              <a:rPr sz="3300" spc="60" dirty="0">
                <a:latin typeface="Verdana"/>
                <a:cs typeface="Verdana"/>
              </a:rPr>
              <a:t>to</a:t>
            </a:r>
            <a:r>
              <a:rPr sz="3300" spc="-18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take</a:t>
            </a:r>
            <a:r>
              <a:rPr sz="3300" spc="-18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preventive</a:t>
            </a:r>
            <a:r>
              <a:rPr sz="3300" spc="-18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measures</a:t>
            </a:r>
            <a:r>
              <a:rPr sz="3300" spc="-19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before </a:t>
            </a:r>
            <a:r>
              <a:rPr sz="3300" spc="-30" dirty="0">
                <a:latin typeface="Verdana"/>
                <a:cs typeface="Verdana"/>
              </a:rPr>
              <a:t>disasters</a:t>
            </a:r>
            <a:r>
              <a:rPr sz="3300" spc="-210" dirty="0">
                <a:latin typeface="Verdana"/>
                <a:cs typeface="Verdana"/>
              </a:rPr>
              <a:t> </a:t>
            </a:r>
            <a:r>
              <a:rPr sz="3300" spc="-10" dirty="0">
                <a:latin typeface="Verdana"/>
                <a:cs typeface="Verdana"/>
              </a:rPr>
              <a:t>escalate.</a:t>
            </a:r>
            <a:endParaRPr sz="3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563553" y="5967178"/>
            <a:ext cx="4725035" cy="4330700"/>
            <a:chOff x="13563553" y="5967178"/>
            <a:chExt cx="4725035" cy="4330700"/>
          </a:xfrm>
        </p:grpSpPr>
        <p:sp>
          <p:nvSpPr>
            <p:cNvPr id="11" name="object 11"/>
            <p:cNvSpPr/>
            <p:nvPr/>
          </p:nvSpPr>
          <p:spPr>
            <a:xfrm>
              <a:off x="14366958" y="6779022"/>
              <a:ext cx="3921125" cy="3508375"/>
            </a:xfrm>
            <a:custGeom>
              <a:avLst/>
              <a:gdLst/>
              <a:ahLst/>
              <a:cxnLst/>
              <a:rect l="l" t="t" r="r" b="b"/>
              <a:pathLst>
                <a:path w="3921125" h="3508375">
                  <a:moveTo>
                    <a:pt x="3921038" y="0"/>
                  </a:moveTo>
                  <a:lnTo>
                    <a:pt x="3921041" y="3507977"/>
                  </a:lnTo>
                  <a:lnTo>
                    <a:pt x="0" y="3507977"/>
                  </a:lnTo>
                  <a:lnTo>
                    <a:pt x="9616" y="3507607"/>
                  </a:lnTo>
                  <a:lnTo>
                    <a:pt x="61550" y="3507054"/>
                  </a:lnTo>
                  <a:lnTo>
                    <a:pt x="113001" y="3505683"/>
                  </a:lnTo>
                  <a:lnTo>
                    <a:pt x="163566" y="3501232"/>
                  </a:lnTo>
                  <a:lnTo>
                    <a:pt x="215538" y="3494549"/>
                  </a:lnTo>
                  <a:lnTo>
                    <a:pt x="267295" y="3486995"/>
                  </a:lnTo>
                  <a:lnTo>
                    <a:pt x="318811" y="3478470"/>
                  </a:lnTo>
                  <a:lnTo>
                    <a:pt x="370064" y="3468877"/>
                  </a:lnTo>
                  <a:lnTo>
                    <a:pt x="421029" y="3458115"/>
                  </a:lnTo>
                  <a:lnTo>
                    <a:pt x="471682" y="3446087"/>
                  </a:lnTo>
                  <a:lnTo>
                    <a:pt x="522000" y="3432692"/>
                  </a:lnTo>
                  <a:lnTo>
                    <a:pt x="571958" y="3417832"/>
                  </a:lnTo>
                  <a:lnTo>
                    <a:pt x="621533" y="3401408"/>
                  </a:lnTo>
                  <a:lnTo>
                    <a:pt x="670701" y="3383322"/>
                  </a:lnTo>
                  <a:lnTo>
                    <a:pt x="719438" y="3363473"/>
                  </a:lnTo>
                  <a:lnTo>
                    <a:pt x="767720" y="3341764"/>
                  </a:lnTo>
                  <a:lnTo>
                    <a:pt x="815535" y="3317921"/>
                  </a:lnTo>
                  <a:lnTo>
                    <a:pt x="861313" y="3292535"/>
                  </a:lnTo>
                  <a:lnTo>
                    <a:pt x="905038" y="3265601"/>
                  </a:lnTo>
                  <a:lnTo>
                    <a:pt x="946695" y="3237113"/>
                  </a:lnTo>
                  <a:lnTo>
                    <a:pt x="986269" y="3207065"/>
                  </a:lnTo>
                  <a:lnTo>
                    <a:pt x="1023743" y="3175452"/>
                  </a:lnTo>
                  <a:lnTo>
                    <a:pt x="1059102" y="3142267"/>
                  </a:lnTo>
                  <a:lnTo>
                    <a:pt x="1092330" y="3107505"/>
                  </a:lnTo>
                  <a:lnTo>
                    <a:pt x="1123411" y="3071160"/>
                  </a:lnTo>
                  <a:lnTo>
                    <a:pt x="1152330" y="3033226"/>
                  </a:lnTo>
                  <a:lnTo>
                    <a:pt x="1179071" y="2993698"/>
                  </a:lnTo>
                  <a:lnTo>
                    <a:pt x="1203618" y="2952570"/>
                  </a:lnTo>
                  <a:lnTo>
                    <a:pt x="1225956" y="2909835"/>
                  </a:lnTo>
                  <a:lnTo>
                    <a:pt x="1246069" y="2865489"/>
                  </a:lnTo>
                  <a:lnTo>
                    <a:pt x="1263941" y="2819525"/>
                  </a:lnTo>
                  <a:lnTo>
                    <a:pt x="1279557" y="2771937"/>
                  </a:lnTo>
                  <a:lnTo>
                    <a:pt x="1292901" y="2722721"/>
                  </a:lnTo>
                  <a:lnTo>
                    <a:pt x="1303956" y="2671869"/>
                  </a:lnTo>
                  <a:lnTo>
                    <a:pt x="1312709" y="2619377"/>
                  </a:lnTo>
                  <a:lnTo>
                    <a:pt x="1318699" y="2570464"/>
                  </a:lnTo>
                  <a:lnTo>
                    <a:pt x="1322267" y="2521783"/>
                  </a:lnTo>
                  <a:lnTo>
                    <a:pt x="1323457" y="2473359"/>
                  </a:lnTo>
                  <a:lnTo>
                    <a:pt x="1322314" y="2425217"/>
                  </a:lnTo>
                  <a:lnTo>
                    <a:pt x="1318883" y="2377379"/>
                  </a:lnTo>
                  <a:lnTo>
                    <a:pt x="1313209" y="2329869"/>
                  </a:lnTo>
                  <a:lnTo>
                    <a:pt x="1305336" y="2282713"/>
                  </a:lnTo>
                  <a:lnTo>
                    <a:pt x="1295309" y="2235933"/>
                  </a:lnTo>
                  <a:lnTo>
                    <a:pt x="1283174" y="2189554"/>
                  </a:lnTo>
                  <a:lnTo>
                    <a:pt x="1268975" y="2143600"/>
                  </a:lnTo>
                  <a:lnTo>
                    <a:pt x="1252757" y="2098094"/>
                  </a:lnTo>
                  <a:lnTo>
                    <a:pt x="1234565" y="2053062"/>
                  </a:lnTo>
                  <a:lnTo>
                    <a:pt x="1214444" y="2008526"/>
                  </a:lnTo>
                  <a:lnTo>
                    <a:pt x="1192438" y="1964510"/>
                  </a:lnTo>
                  <a:lnTo>
                    <a:pt x="1169660" y="1921233"/>
                  </a:lnTo>
                  <a:lnTo>
                    <a:pt x="1146438" y="1878219"/>
                  </a:lnTo>
                  <a:lnTo>
                    <a:pt x="1122849" y="1835420"/>
                  </a:lnTo>
                  <a:lnTo>
                    <a:pt x="1098971" y="1792792"/>
                  </a:lnTo>
                  <a:lnTo>
                    <a:pt x="1074885" y="1750287"/>
                  </a:lnTo>
                  <a:lnTo>
                    <a:pt x="978014" y="1580575"/>
                  </a:lnTo>
                  <a:lnTo>
                    <a:pt x="954059" y="1537993"/>
                  </a:lnTo>
                  <a:lnTo>
                    <a:pt x="982842" y="1506462"/>
                  </a:lnTo>
                  <a:lnTo>
                    <a:pt x="1011384" y="1474523"/>
                  </a:lnTo>
                  <a:lnTo>
                    <a:pt x="1040437" y="1442875"/>
                  </a:lnTo>
                  <a:lnTo>
                    <a:pt x="1070756" y="1412219"/>
                  </a:lnTo>
                  <a:lnTo>
                    <a:pt x="1109317" y="1377089"/>
                  </a:lnTo>
                  <a:lnTo>
                    <a:pt x="1148731" y="1343420"/>
                  </a:lnTo>
                  <a:lnTo>
                    <a:pt x="1188978" y="1311178"/>
                  </a:lnTo>
                  <a:lnTo>
                    <a:pt x="1230038" y="1280325"/>
                  </a:lnTo>
                  <a:lnTo>
                    <a:pt x="1271889" y="1250826"/>
                  </a:lnTo>
                  <a:lnTo>
                    <a:pt x="1314512" y="1222644"/>
                  </a:lnTo>
                  <a:lnTo>
                    <a:pt x="1357884" y="1195743"/>
                  </a:lnTo>
                  <a:lnTo>
                    <a:pt x="1401986" y="1170088"/>
                  </a:lnTo>
                  <a:lnTo>
                    <a:pt x="1446797" y="1145641"/>
                  </a:lnTo>
                  <a:lnTo>
                    <a:pt x="1492296" y="1122368"/>
                  </a:lnTo>
                  <a:lnTo>
                    <a:pt x="1538463" y="1100230"/>
                  </a:lnTo>
                  <a:lnTo>
                    <a:pt x="1585276" y="1079194"/>
                  </a:lnTo>
                  <a:lnTo>
                    <a:pt x="1632716" y="1059221"/>
                  </a:lnTo>
                  <a:lnTo>
                    <a:pt x="1680760" y="1040277"/>
                  </a:lnTo>
                  <a:lnTo>
                    <a:pt x="1729390" y="1022325"/>
                  </a:lnTo>
                  <a:lnTo>
                    <a:pt x="1778583" y="1005329"/>
                  </a:lnTo>
                  <a:lnTo>
                    <a:pt x="1824591" y="990314"/>
                  </a:lnTo>
                  <a:lnTo>
                    <a:pt x="2056068" y="918229"/>
                  </a:lnTo>
                  <a:lnTo>
                    <a:pt x="2102101" y="903164"/>
                  </a:lnTo>
                  <a:lnTo>
                    <a:pt x="2147862" y="887467"/>
                  </a:lnTo>
                  <a:lnTo>
                    <a:pt x="2193275" y="870962"/>
                  </a:lnTo>
                  <a:lnTo>
                    <a:pt x="2238259" y="853469"/>
                  </a:lnTo>
                  <a:lnTo>
                    <a:pt x="2282737" y="834812"/>
                  </a:lnTo>
                  <a:lnTo>
                    <a:pt x="2326629" y="814812"/>
                  </a:lnTo>
                  <a:lnTo>
                    <a:pt x="2369858" y="793290"/>
                  </a:lnTo>
                  <a:lnTo>
                    <a:pt x="2412345" y="770071"/>
                  </a:lnTo>
                  <a:lnTo>
                    <a:pt x="2454010" y="744974"/>
                  </a:lnTo>
                  <a:lnTo>
                    <a:pt x="2494777" y="717823"/>
                  </a:lnTo>
                  <a:lnTo>
                    <a:pt x="2534565" y="688440"/>
                  </a:lnTo>
                  <a:lnTo>
                    <a:pt x="2573297" y="656646"/>
                  </a:lnTo>
                  <a:lnTo>
                    <a:pt x="2609284" y="625308"/>
                  </a:lnTo>
                  <a:lnTo>
                    <a:pt x="2644595" y="593269"/>
                  </a:lnTo>
                  <a:lnTo>
                    <a:pt x="2678546" y="559999"/>
                  </a:lnTo>
                  <a:lnTo>
                    <a:pt x="2710451" y="524969"/>
                  </a:lnTo>
                  <a:lnTo>
                    <a:pt x="2739626" y="487649"/>
                  </a:lnTo>
                  <a:lnTo>
                    <a:pt x="2765386" y="447509"/>
                  </a:lnTo>
                  <a:lnTo>
                    <a:pt x="2787045" y="404019"/>
                  </a:lnTo>
                  <a:lnTo>
                    <a:pt x="2811497" y="404901"/>
                  </a:lnTo>
                  <a:lnTo>
                    <a:pt x="2834289" y="406153"/>
                  </a:lnTo>
                  <a:lnTo>
                    <a:pt x="2860927" y="406693"/>
                  </a:lnTo>
                  <a:lnTo>
                    <a:pt x="2885509" y="405209"/>
                  </a:lnTo>
                  <a:lnTo>
                    <a:pt x="2936923" y="397938"/>
                  </a:lnTo>
                  <a:lnTo>
                    <a:pt x="2987840" y="389521"/>
                  </a:lnTo>
                  <a:lnTo>
                    <a:pt x="3038264" y="379977"/>
                  </a:lnTo>
                  <a:lnTo>
                    <a:pt x="3088202" y="369322"/>
                  </a:lnTo>
                  <a:lnTo>
                    <a:pt x="3137660" y="357574"/>
                  </a:lnTo>
                  <a:lnTo>
                    <a:pt x="3186644" y="344749"/>
                  </a:lnTo>
                  <a:lnTo>
                    <a:pt x="3235160" y="330864"/>
                  </a:lnTo>
                  <a:lnTo>
                    <a:pt x="3283214" y="315936"/>
                  </a:lnTo>
                  <a:lnTo>
                    <a:pt x="3330811" y="299983"/>
                  </a:lnTo>
                  <a:lnTo>
                    <a:pt x="3377957" y="283022"/>
                  </a:lnTo>
                  <a:lnTo>
                    <a:pt x="3424659" y="265069"/>
                  </a:lnTo>
                  <a:lnTo>
                    <a:pt x="3470922" y="246141"/>
                  </a:lnTo>
                  <a:lnTo>
                    <a:pt x="3516753" y="226257"/>
                  </a:lnTo>
                  <a:lnTo>
                    <a:pt x="3562157" y="205432"/>
                  </a:lnTo>
                  <a:lnTo>
                    <a:pt x="3607140" y="183683"/>
                  </a:lnTo>
                  <a:lnTo>
                    <a:pt x="3651708" y="161029"/>
                  </a:lnTo>
                  <a:lnTo>
                    <a:pt x="3695867" y="137485"/>
                  </a:lnTo>
                  <a:lnTo>
                    <a:pt x="3739623" y="113069"/>
                  </a:lnTo>
                  <a:lnTo>
                    <a:pt x="3782982" y="87798"/>
                  </a:lnTo>
                  <a:lnTo>
                    <a:pt x="3825950" y="61688"/>
                  </a:lnTo>
                  <a:lnTo>
                    <a:pt x="3868533" y="34758"/>
                  </a:lnTo>
                  <a:lnTo>
                    <a:pt x="3910736" y="7024"/>
                  </a:lnTo>
                  <a:lnTo>
                    <a:pt x="3921038" y="0"/>
                  </a:lnTo>
                  <a:close/>
                </a:path>
              </a:pathLst>
            </a:custGeom>
            <a:solidFill>
              <a:srgbClr val="402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563553" y="6730714"/>
              <a:ext cx="4724400" cy="3567429"/>
            </a:xfrm>
            <a:custGeom>
              <a:avLst/>
              <a:gdLst/>
              <a:ahLst/>
              <a:cxnLst/>
              <a:rect l="l" t="t" r="r" b="b"/>
              <a:pathLst>
                <a:path w="4724400" h="3567429">
                  <a:moveTo>
                    <a:pt x="96430" y="3536143"/>
                  </a:moveTo>
                  <a:lnTo>
                    <a:pt x="455937" y="3555889"/>
                  </a:lnTo>
                  <a:lnTo>
                    <a:pt x="404792" y="3565799"/>
                  </a:lnTo>
                  <a:lnTo>
                    <a:pt x="341217" y="3562307"/>
                  </a:lnTo>
                  <a:lnTo>
                    <a:pt x="0" y="3556285"/>
                  </a:lnTo>
                  <a:lnTo>
                    <a:pt x="96430" y="3536143"/>
                  </a:lnTo>
                  <a:close/>
                </a:path>
                <a:path w="4724400" h="3567429">
                  <a:moveTo>
                    <a:pt x="251384" y="3519216"/>
                  </a:moveTo>
                  <a:lnTo>
                    <a:pt x="917495" y="3555801"/>
                  </a:lnTo>
                  <a:lnTo>
                    <a:pt x="864744" y="3565623"/>
                  </a:lnTo>
                  <a:lnTo>
                    <a:pt x="799364" y="3562032"/>
                  </a:lnTo>
                  <a:lnTo>
                    <a:pt x="658645" y="3567022"/>
                  </a:lnTo>
                  <a:lnTo>
                    <a:pt x="147434" y="3538945"/>
                  </a:lnTo>
                  <a:lnTo>
                    <a:pt x="251384" y="3519216"/>
                  </a:lnTo>
                  <a:close/>
                </a:path>
                <a:path w="4724400" h="3567429">
                  <a:moveTo>
                    <a:pt x="2212418" y="205474"/>
                  </a:moveTo>
                  <a:lnTo>
                    <a:pt x="2468163" y="219521"/>
                  </a:lnTo>
                  <a:lnTo>
                    <a:pt x="2518997" y="235032"/>
                  </a:lnTo>
                  <a:lnTo>
                    <a:pt x="2570493" y="237860"/>
                  </a:lnTo>
                  <a:lnTo>
                    <a:pt x="2619960" y="253297"/>
                  </a:lnTo>
                  <a:lnTo>
                    <a:pt x="2669958" y="256043"/>
                  </a:lnTo>
                  <a:lnTo>
                    <a:pt x="2768201" y="286877"/>
                  </a:lnTo>
                  <a:lnTo>
                    <a:pt x="2244256" y="258100"/>
                  </a:lnTo>
                  <a:lnTo>
                    <a:pt x="2137594" y="277680"/>
                  </a:lnTo>
                  <a:lnTo>
                    <a:pt x="2086857" y="287612"/>
                  </a:lnTo>
                  <a:lnTo>
                    <a:pt x="2038123" y="310374"/>
                  </a:lnTo>
                  <a:lnTo>
                    <a:pt x="1992768" y="320602"/>
                  </a:lnTo>
                  <a:lnTo>
                    <a:pt x="1949378" y="343657"/>
                  </a:lnTo>
                  <a:lnTo>
                    <a:pt x="1908632" y="366857"/>
                  </a:lnTo>
                  <a:lnTo>
                    <a:pt x="1870510" y="390202"/>
                  </a:lnTo>
                  <a:lnTo>
                    <a:pt x="1834297" y="426370"/>
                  </a:lnTo>
                  <a:lnTo>
                    <a:pt x="1801368" y="450000"/>
                  </a:lnTo>
                  <a:lnTo>
                    <a:pt x="1770310" y="486451"/>
                  </a:lnTo>
                  <a:lnTo>
                    <a:pt x="1741801" y="523043"/>
                  </a:lnTo>
                  <a:lnTo>
                    <a:pt x="1715822" y="559774"/>
                  </a:lnTo>
                  <a:lnTo>
                    <a:pt x="1692354" y="596642"/>
                  </a:lnTo>
                  <a:lnTo>
                    <a:pt x="1671379" y="633647"/>
                  </a:lnTo>
                  <a:lnTo>
                    <a:pt x="1652877" y="670789"/>
                  </a:lnTo>
                  <a:lnTo>
                    <a:pt x="1636133" y="720746"/>
                  </a:lnTo>
                  <a:lnTo>
                    <a:pt x="1622522" y="758155"/>
                  </a:lnTo>
                  <a:lnTo>
                    <a:pt x="1610630" y="808379"/>
                  </a:lnTo>
                  <a:lnTo>
                    <a:pt x="1601834" y="846053"/>
                  </a:lnTo>
                  <a:lnTo>
                    <a:pt x="1594719" y="896539"/>
                  </a:lnTo>
                  <a:lnTo>
                    <a:pt x="1590662" y="934474"/>
                  </a:lnTo>
                  <a:lnTo>
                    <a:pt x="1588249" y="985218"/>
                  </a:lnTo>
                  <a:lnTo>
                    <a:pt x="1588159" y="1036089"/>
                  </a:lnTo>
                  <a:lnTo>
                    <a:pt x="1591069" y="1074406"/>
                  </a:lnTo>
                  <a:lnTo>
                    <a:pt x="1595567" y="1125530"/>
                  </a:lnTo>
                  <a:lnTo>
                    <a:pt x="1603162" y="1176824"/>
                  </a:lnTo>
                  <a:lnTo>
                    <a:pt x="1612931" y="1228237"/>
                  </a:lnTo>
                  <a:lnTo>
                    <a:pt x="1625467" y="1267083"/>
                  </a:lnTo>
                  <a:lnTo>
                    <a:pt x="1639276" y="1318718"/>
                  </a:lnTo>
                  <a:lnTo>
                    <a:pt x="1654955" y="1370456"/>
                  </a:lnTo>
                  <a:lnTo>
                    <a:pt x="1673099" y="1409610"/>
                  </a:lnTo>
                  <a:lnTo>
                    <a:pt x="1692213" y="1461536"/>
                  </a:lnTo>
                  <a:lnTo>
                    <a:pt x="1713590" y="1500867"/>
                  </a:lnTo>
                  <a:lnTo>
                    <a:pt x="1735736" y="1552960"/>
                  </a:lnTo>
                  <a:lnTo>
                    <a:pt x="1784068" y="1631930"/>
                  </a:lnTo>
                  <a:lnTo>
                    <a:pt x="1807674" y="1684103"/>
                  </a:lnTo>
                  <a:lnTo>
                    <a:pt x="1905138" y="1842086"/>
                  </a:lnTo>
                  <a:lnTo>
                    <a:pt x="1928492" y="1894245"/>
                  </a:lnTo>
                  <a:lnTo>
                    <a:pt x="1952264" y="1933708"/>
                  </a:lnTo>
                  <a:lnTo>
                    <a:pt x="1975683" y="1973152"/>
                  </a:lnTo>
                  <a:lnTo>
                    <a:pt x="1997976" y="2025253"/>
                  </a:lnTo>
                  <a:lnTo>
                    <a:pt x="2020216" y="2064632"/>
                  </a:lnTo>
                  <a:lnTo>
                    <a:pt x="2040573" y="2103907"/>
                  </a:lnTo>
                  <a:lnTo>
                    <a:pt x="2058312" y="2155758"/>
                  </a:lnTo>
                  <a:lnTo>
                    <a:pt x="2074790" y="2194820"/>
                  </a:lnTo>
                  <a:lnTo>
                    <a:pt x="2088577" y="2246454"/>
                  </a:lnTo>
                  <a:lnTo>
                    <a:pt x="2101029" y="2285296"/>
                  </a:lnTo>
                  <a:lnTo>
                    <a:pt x="2110716" y="2336704"/>
                  </a:lnTo>
                  <a:lnTo>
                    <a:pt x="2118299" y="2387997"/>
                  </a:lnTo>
                  <a:lnTo>
                    <a:pt x="2124436" y="2426492"/>
                  </a:lnTo>
                  <a:lnTo>
                    <a:pt x="2127698" y="2477548"/>
                  </a:lnTo>
                  <a:lnTo>
                    <a:pt x="2128745" y="2528482"/>
                  </a:lnTo>
                  <a:lnTo>
                    <a:pt x="2127539" y="2579292"/>
                  </a:lnTo>
                  <a:lnTo>
                    <a:pt x="2124044" y="2629977"/>
                  </a:lnTo>
                  <a:lnTo>
                    <a:pt x="2118920" y="2667853"/>
                  </a:lnTo>
                  <a:lnTo>
                    <a:pt x="2109387" y="2730925"/>
                  </a:lnTo>
                  <a:lnTo>
                    <a:pt x="2098207" y="2781187"/>
                  </a:lnTo>
                  <a:lnTo>
                    <a:pt x="2084696" y="2831322"/>
                  </a:lnTo>
                  <a:lnTo>
                    <a:pt x="2069563" y="2868648"/>
                  </a:lnTo>
                  <a:lnTo>
                    <a:pt x="2051426" y="2918528"/>
                  </a:lnTo>
                  <a:lnTo>
                    <a:pt x="2030995" y="2968283"/>
                  </a:lnTo>
                  <a:lnTo>
                    <a:pt x="2008979" y="3005231"/>
                  </a:lnTo>
                  <a:lnTo>
                    <a:pt x="1983996" y="3054735"/>
                  </a:lnTo>
                  <a:lnTo>
                    <a:pt x="1957452" y="3091435"/>
                  </a:lnTo>
                  <a:lnTo>
                    <a:pt x="1928663" y="3128011"/>
                  </a:lnTo>
                  <a:lnTo>
                    <a:pt x="1897642" y="3164465"/>
                  </a:lnTo>
                  <a:lnTo>
                    <a:pt x="1864399" y="3200796"/>
                  </a:lnTo>
                  <a:lnTo>
                    <a:pt x="1829644" y="3224326"/>
                  </a:lnTo>
                  <a:lnTo>
                    <a:pt x="1791997" y="3260415"/>
                  </a:lnTo>
                  <a:lnTo>
                    <a:pt x="1752166" y="3296385"/>
                  </a:lnTo>
                  <a:lnTo>
                    <a:pt x="1710860" y="3319555"/>
                  </a:lnTo>
                  <a:lnTo>
                    <a:pt x="1667395" y="3342606"/>
                  </a:lnTo>
                  <a:lnTo>
                    <a:pt x="1621086" y="3378220"/>
                  </a:lnTo>
                  <a:lnTo>
                    <a:pt x="1524998" y="3423819"/>
                  </a:lnTo>
                  <a:lnTo>
                    <a:pt x="1476798" y="3433890"/>
                  </a:lnTo>
                  <a:lnTo>
                    <a:pt x="1427375" y="3456614"/>
                  </a:lnTo>
                  <a:lnTo>
                    <a:pt x="1378152" y="3466630"/>
                  </a:lnTo>
                  <a:lnTo>
                    <a:pt x="1327765" y="3489301"/>
                  </a:lnTo>
                  <a:lnTo>
                    <a:pt x="969286" y="3558646"/>
                  </a:lnTo>
                  <a:lnTo>
                    <a:pt x="302900" y="3522045"/>
                  </a:lnTo>
                  <a:lnTo>
                    <a:pt x="355245" y="3512201"/>
                  </a:lnTo>
                  <a:lnTo>
                    <a:pt x="458866" y="3517892"/>
                  </a:lnTo>
                  <a:lnTo>
                    <a:pt x="511496" y="3508064"/>
                  </a:lnTo>
                  <a:lnTo>
                    <a:pt x="702294" y="3518543"/>
                  </a:lnTo>
                  <a:lnTo>
                    <a:pt x="737723" y="3507770"/>
                  </a:lnTo>
                  <a:lnTo>
                    <a:pt x="861434" y="3514565"/>
                  </a:lnTo>
                  <a:lnTo>
                    <a:pt x="915589" y="3504820"/>
                  </a:lnTo>
                  <a:lnTo>
                    <a:pt x="968520" y="3507727"/>
                  </a:lnTo>
                  <a:lnTo>
                    <a:pt x="1021885" y="3497939"/>
                  </a:lnTo>
                  <a:lnTo>
                    <a:pt x="1071360" y="3487937"/>
                  </a:lnTo>
                  <a:lnTo>
                    <a:pt x="1119715" y="3490593"/>
                  </a:lnTo>
                  <a:lnTo>
                    <a:pt x="1264264" y="3460375"/>
                  </a:lnTo>
                  <a:lnTo>
                    <a:pt x="1312253" y="3437572"/>
                  </a:lnTo>
                  <a:lnTo>
                    <a:pt x="1405466" y="3417254"/>
                  </a:lnTo>
                  <a:lnTo>
                    <a:pt x="1498200" y="3371470"/>
                  </a:lnTo>
                  <a:lnTo>
                    <a:pt x="1543152" y="3361220"/>
                  </a:lnTo>
                  <a:lnTo>
                    <a:pt x="1590575" y="3338386"/>
                  </a:lnTo>
                  <a:lnTo>
                    <a:pt x="1637017" y="3302780"/>
                  </a:lnTo>
                  <a:lnTo>
                    <a:pt x="1680986" y="3279757"/>
                  </a:lnTo>
                  <a:lnTo>
                    <a:pt x="1723081" y="3256630"/>
                  </a:lnTo>
                  <a:lnTo>
                    <a:pt x="1763899" y="3220715"/>
                  </a:lnTo>
                  <a:lnTo>
                    <a:pt x="1802645" y="3184685"/>
                  </a:lnTo>
                  <a:lnTo>
                    <a:pt x="1839220" y="3148537"/>
                  </a:lnTo>
                  <a:lnTo>
                    <a:pt x="1873525" y="3112264"/>
                  </a:lnTo>
                  <a:lnTo>
                    <a:pt x="1904874" y="3075828"/>
                  </a:lnTo>
                  <a:lnTo>
                    <a:pt x="1934192" y="3026562"/>
                  </a:lnTo>
                  <a:lnTo>
                    <a:pt x="1960075" y="2989826"/>
                  </a:lnTo>
                  <a:lnTo>
                    <a:pt x="1983902" y="2940258"/>
                  </a:lnTo>
                  <a:lnTo>
                    <a:pt x="2004268" y="2903219"/>
                  </a:lnTo>
                  <a:lnTo>
                    <a:pt x="2022554" y="2853347"/>
                  </a:lnTo>
                  <a:lnTo>
                    <a:pt x="2038050" y="2803321"/>
                  </a:lnTo>
                  <a:lnTo>
                    <a:pt x="2050744" y="2753142"/>
                  </a:lnTo>
                  <a:lnTo>
                    <a:pt x="2060622" y="2702808"/>
                  </a:lnTo>
                  <a:lnTo>
                    <a:pt x="2067673" y="2652319"/>
                  </a:lnTo>
                  <a:lnTo>
                    <a:pt x="2071883" y="2601673"/>
                  </a:lnTo>
                  <a:lnTo>
                    <a:pt x="2073618" y="2550892"/>
                  </a:lnTo>
                  <a:lnTo>
                    <a:pt x="2073256" y="2499996"/>
                  </a:lnTo>
                  <a:lnTo>
                    <a:pt x="2070807" y="2448985"/>
                  </a:lnTo>
                  <a:lnTo>
                    <a:pt x="2065581" y="2410540"/>
                  </a:lnTo>
                  <a:lnTo>
                    <a:pt x="2058980" y="2359301"/>
                  </a:lnTo>
                  <a:lnTo>
                    <a:pt x="2050316" y="2307949"/>
                  </a:lnTo>
                  <a:lnTo>
                    <a:pt x="2039598" y="2256483"/>
                  </a:lnTo>
                  <a:lnTo>
                    <a:pt x="2026137" y="2217587"/>
                  </a:lnTo>
                  <a:lnTo>
                    <a:pt x="2011335" y="2165897"/>
                  </a:lnTo>
                  <a:lnTo>
                    <a:pt x="1993808" y="2126777"/>
                  </a:lnTo>
                  <a:lnTo>
                    <a:pt x="1974961" y="2074865"/>
                  </a:lnTo>
                  <a:lnTo>
                    <a:pt x="1954285" y="2035572"/>
                  </a:lnTo>
                  <a:lnTo>
                    <a:pt x="1933224" y="1983539"/>
                  </a:lnTo>
                  <a:lnTo>
                    <a:pt x="1910435" y="1944130"/>
                  </a:lnTo>
                  <a:lnTo>
                    <a:pt x="1886666" y="1904667"/>
                  </a:lnTo>
                  <a:lnTo>
                    <a:pt x="1862663" y="1852472"/>
                  </a:lnTo>
                  <a:lnTo>
                    <a:pt x="1837085" y="1812910"/>
                  </a:lnTo>
                  <a:lnTo>
                    <a:pt x="1810678" y="1773302"/>
                  </a:lnTo>
                  <a:lnTo>
                    <a:pt x="1783492" y="1733651"/>
                  </a:lnTo>
                  <a:lnTo>
                    <a:pt x="1756276" y="1681280"/>
                  </a:lnTo>
                  <a:lnTo>
                    <a:pt x="1727687" y="1641552"/>
                  </a:lnTo>
                  <a:lnTo>
                    <a:pt x="1707094" y="1602264"/>
                  </a:lnTo>
                  <a:lnTo>
                    <a:pt x="1665573" y="1510949"/>
                  </a:lnTo>
                  <a:lnTo>
                    <a:pt x="1644981" y="1471661"/>
                  </a:lnTo>
                  <a:lnTo>
                    <a:pt x="1625419" y="1432429"/>
                  </a:lnTo>
                  <a:lnTo>
                    <a:pt x="1608100" y="1380601"/>
                  </a:lnTo>
                  <a:lnTo>
                    <a:pt x="1592147" y="1341568"/>
                  </a:lnTo>
                  <a:lnTo>
                    <a:pt x="1578339" y="1289933"/>
                  </a:lnTo>
                  <a:lnTo>
                    <a:pt x="1566229" y="1238391"/>
                  </a:lnTo>
                  <a:lnTo>
                    <a:pt x="1555250" y="1199631"/>
                  </a:lnTo>
                  <a:lnTo>
                    <a:pt x="1546920" y="1148297"/>
                  </a:lnTo>
                  <a:lnTo>
                    <a:pt x="1540671" y="1097077"/>
                  </a:lnTo>
                  <a:lnTo>
                    <a:pt x="1536630" y="1045978"/>
                  </a:lnTo>
                  <a:lnTo>
                    <a:pt x="1534228" y="1007689"/>
                  </a:lnTo>
                  <a:lnTo>
                    <a:pt x="1534984" y="956854"/>
                  </a:lnTo>
                  <a:lnTo>
                    <a:pt x="1538330" y="906161"/>
                  </a:lnTo>
                  <a:lnTo>
                    <a:pt x="1544393" y="855617"/>
                  </a:lnTo>
                  <a:lnTo>
                    <a:pt x="1552603" y="817911"/>
                  </a:lnTo>
                  <a:lnTo>
                    <a:pt x="1564482" y="767687"/>
                  </a:lnTo>
                  <a:lnTo>
                    <a:pt x="1579458" y="717633"/>
                  </a:lnTo>
                  <a:lnTo>
                    <a:pt x="1597661" y="667756"/>
                  </a:lnTo>
                  <a:lnTo>
                    <a:pt x="1618520" y="630744"/>
                  </a:lnTo>
                  <a:lnTo>
                    <a:pt x="1643157" y="581221"/>
                  </a:lnTo>
                  <a:lnTo>
                    <a:pt x="1670064" y="531822"/>
                  </a:lnTo>
                  <a:lnTo>
                    <a:pt x="1698569" y="495230"/>
                  </a:lnTo>
                  <a:lnTo>
                    <a:pt x="1729397" y="458766"/>
                  </a:lnTo>
                  <a:lnTo>
                    <a:pt x="1762574" y="422431"/>
                  </a:lnTo>
                  <a:lnTo>
                    <a:pt x="1798127" y="386226"/>
                  </a:lnTo>
                  <a:lnTo>
                    <a:pt x="1836084" y="350153"/>
                  </a:lnTo>
                  <a:lnTo>
                    <a:pt x="1875773" y="326895"/>
                  </a:lnTo>
                  <a:lnTo>
                    <a:pt x="1917919" y="303772"/>
                  </a:lnTo>
                  <a:lnTo>
                    <a:pt x="1962549" y="280785"/>
                  </a:lnTo>
                  <a:lnTo>
                    <a:pt x="2009689" y="257935"/>
                  </a:lnTo>
                  <a:lnTo>
                    <a:pt x="2059366" y="235226"/>
                  </a:lnTo>
                  <a:lnTo>
                    <a:pt x="2212418" y="205474"/>
                  </a:lnTo>
                  <a:close/>
                </a:path>
                <a:path w="4724400" h="3567429">
                  <a:moveTo>
                    <a:pt x="3280262" y="442193"/>
                  </a:moveTo>
                  <a:lnTo>
                    <a:pt x="3592880" y="459363"/>
                  </a:lnTo>
                  <a:lnTo>
                    <a:pt x="3539937" y="469174"/>
                  </a:lnTo>
                  <a:lnTo>
                    <a:pt x="3331689" y="457736"/>
                  </a:lnTo>
                  <a:lnTo>
                    <a:pt x="3280262" y="442193"/>
                  </a:lnTo>
                  <a:close/>
                </a:path>
                <a:path w="4724400" h="3567429">
                  <a:moveTo>
                    <a:pt x="4723924" y="0"/>
                  </a:moveTo>
                  <a:lnTo>
                    <a:pt x="4723792" y="63588"/>
                  </a:lnTo>
                  <a:lnTo>
                    <a:pt x="4716525" y="63189"/>
                  </a:lnTo>
                  <a:lnTo>
                    <a:pt x="4674575" y="86323"/>
                  </a:lnTo>
                  <a:lnTo>
                    <a:pt x="4631505" y="122115"/>
                  </a:lnTo>
                  <a:lnTo>
                    <a:pt x="4545466" y="168266"/>
                  </a:lnTo>
                  <a:lnTo>
                    <a:pt x="4413069" y="237309"/>
                  </a:lnTo>
                  <a:lnTo>
                    <a:pt x="4276502" y="306123"/>
                  </a:lnTo>
                  <a:lnTo>
                    <a:pt x="4230718" y="316327"/>
                  </a:lnTo>
                  <a:lnTo>
                    <a:pt x="4136278" y="362017"/>
                  </a:lnTo>
                  <a:lnTo>
                    <a:pt x="4041213" y="382234"/>
                  </a:lnTo>
                  <a:lnTo>
                    <a:pt x="3992210" y="404981"/>
                  </a:lnTo>
                  <a:lnTo>
                    <a:pt x="3691112" y="464758"/>
                  </a:lnTo>
                  <a:lnTo>
                    <a:pt x="3179288" y="436647"/>
                  </a:lnTo>
                  <a:lnTo>
                    <a:pt x="3131451" y="421300"/>
                  </a:lnTo>
                  <a:lnTo>
                    <a:pt x="3083082" y="418644"/>
                  </a:lnTo>
                  <a:lnTo>
                    <a:pt x="2988111" y="387989"/>
                  </a:lnTo>
                  <a:lnTo>
                    <a:pt x="3528407" y="417664"/>
                  </a:lnTo>
                  <a:lnTo>
                    <a:pt x="3583002" y="407944"/>
                  </a:lnTo>
                  <a:lnTo>
                    <a:pt x="3646186" y="411414"/>
                  </a:lnTo>
                  <a:lnTo>
                    <a:pt x="3698686" y="401578"/>
                  </a:lnTo>
                  <a:lnTo>
                    <a:pt x="3749960" y="404395"/>
                  </a:lnTo>
                  <a:lnTo>
                    <a:pt x="3952701" y="364653"/>
                  </a:lnTo>
                  <a:lnTo>
                    <a:pt x="4002833" y="341969"/>
                  </a:lnTo>
                  <a:lnTo>
                    <a:pt x="4100258" y="321881"/>
                  </a:lnTo>
                  <a:lnTo>
                    <a:pt x="4197195" y="276329"/>
                  </a:lnTo>
                  <a:lnTo>
                    <a:pt x="4244281" y="266196"/>
                  </a:lnTo>
                  <a:lnTo>
                    <a:pt x="4384967" y="197608"/>
                  </a:lnTo>
                  <a:lnTo>
                    <a:pt x="4521820" y="128810"/>
                  </a:lnTo>
                  <a:lnTo>
                    <a:pt x="4567316" y="93151"/>
                  </a:lnTo>
                  <a:lnTo>
                    <a:pt x="4653367" y="47001"/>
                  </a:lnTo>
                  <a:lnTo>
                    <a:pt x="4696346" y="11204"/>
                  </a:lnTo>
                  <a:lnTo>
                    <a:pt x="4723924" y="0"/>
                  </a:lnTo>
                  <a:close/>
                </a:path>
                <a:path w="4724400" h="3567429">
                  <a:moveTo>
                    <a:pt x="2798131" y="339397"/>
                  </a:moveTo>
                  <a:lnTo>
                    <a:pt x="3063797" y="353989"/>
                  </a:lnTo>
                  <a:lnTo>
                    <a:pt x="3162566" y="384852"/>
                  </a:lnTo>
                  <a:lnTo>
                    <a:pt x="3263517" y="390396"/>
                  </a:lnTo>
                  <a:lnTo>
                    <a:pt x="3313675" y="405870"/>
                  </a:lnTo>
                  <a:lnTo>
                    <a:pt x="2940056" y="385350"/>
                  </a:lnTo>
                  <a:lnTo>
                    <a:pt x="2798131" y="339397"/>
                  </a:lnTo>
                  <a:close/>
                </a:path>
                <a:path w="4724400" h="3567429">
                  <a:moveTo>
                    <a:pt x="3637059" y="398194"/>
                  </a:moveTo>
                  <a:lnTo>
                    <a:pt x="3639169" y="411029"/>
                  </a:lnTo>
                  <a:lnTo>
                    <a:pt x="3583002" y="407944"/>
                  </a:lnTo>
                  <a:lnTo>
                    <a:pt x="3637059" y="398194"/>
                  </a:lnTo>
                  <a:close/>
                </a:path>
                <a:path w="4724400" h="3567429">
                  <a:moveTo>
                    <a:pt x="2457348" y="269804"/>
                  </a:moveTo>
                  <a:lnTo>
                    <a:pt x="2817904" y="289607"/>
                  </a:lnTo>
                  <a:lnTo>
                    <a:pt x="3013929" y="351250"/>
                  </a:lnTo>
                  <a:lnTo>
                    <a:pt x="2750076" y="336758"/>
                  </a:lnTo>
                  <a:lnTo>
                    <a:pt x="2655105" y="306103"/>
                  </a:lnTo>
                  <a:lnTo>
                    <a:pt x="2606736" y="303447"/>
                  </a:lnTo>
                  <a:lnTo>
                    <a:pt x="2558899" y="288100"/>
                  </a:lnTo>
                  <a:lnTo>
                    <a:pt x="2510170" y="285424"/>
                  </a:lnTo>
                  <a:lnTo>
                    <a:pt x="2457348" y="269804"/>
                  </a:lnTo>
                  <a:close/>
                </a:path>
              </a:pathLst>
            </a:custGeom>
            <a:solidFill>
              <a:srgbClr val="DA2A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68488" y="5967183"/>
              <a:ext cx="3919854" cy="4270375"/>
            </a:xfrm>
            <a:custGeom>
              <a:avLst/>
              <a:gdLst/>
              <a:ahLst/>
              <a:cxnLst/>
              <a:rect l="l" t="t" r="r" b="b"/>
              <a:pathLst>
                <a:path w="3919855" h="4270375">
                  <a:moveTo>
                    <a:pt x="1266202" y="3308197"/>
                  </a:moveTo>
                  <a:lnTo>
                    <a:pt x="1265770" y="3258655"/>
                  </a:lnTo>
                  <a:lnTo>
                    <a:pt x="1263205" y="3209709"/>
                  </a:lnTo>
                  <a:lnTo>
                    <a:pt x="1258531" y="3161334"/>
                  </a:lnTo>
                  <a:lnTo>
                    <a:pt x="1251737" y="3113494"/>
                  </a:lnTo>
                  <a:lnTo>
                    <a:pt x="1242847" y="3066173"/>
                  </a:lnTo>
                  <a:lnTo>
                    <a:pt x="1231874" y="3019348"/>
                  </a:lnTo>
                  <a:lnTo>
                    <a:pt x="1218831" y="2972993"/>
                  </a:lnTo>
                  <a:lnTo>
                    <a:pt x="1203706" y="2927083"/>
                  </a:lnTo>
                  <a:lnTo>
                    <a:pt x="1186535" y="2881579"/>
                  </a:lnTo>
                  <a:lnTo>
                    <a:pt x="1167358" y="2835554"/>
                  </a:lnTo>
                  <a:lnTo>
                    <a:pt x="1147025" y="2790012"/>
                  </a:lnTo>
                  <a:lnTo>
                    <a:pt x="1125588" y="2744952"/>
                  </a:lnTo>
                  <a:lnTo>
                    <a:pt x="1103083" y="2700375"/>
                  </a:lnTo>
                  <a:lnTo>
                    <a:pt x="1079563" y="2656281"/>
                  </a:lnTo>
                  <a:lnTo>
                    <a:pt x="1055090" y="2612644"/>
                  </a:lnTo>
                  <a:lnTo>
                    <a:pt x="1029716" y="2569489"/>
                  </a:lnTo>
                  <a:lnTo>
                    <a:pt x="1003477" y="2526804"/>
                  </a:lnTo>
                  <a:lnTo>
                    <a:pt x="976426" y="2484577"/>
                  </a:lnTo>
                  <a:lnTo>
                    <a:pt x="948626" y="2442807"/>
                  </a:lnTo>
                  <a:lnTo>
                    <a:pt x="920127" y="2401493"/>
                  </a:lnTo>
                  <a:lnTo>
                    <a:pt x="914285" y="2405392"/>
                  </a:lnTo>
                  <a:lnTo>
                    <a:pt x="907110" y="2407805"/>
                  </a:lnTo>
                  <a:lnTo>
                    <a:pt x="870521" y="2453729"/>
                  </a:lnTo>
                  <a:lnTo>
                    <a:pt x="841044" y="2493581"/>
                  </a:lnTo>
                  <a:lnTo>
                    <a:pt x="812660" y="2534043"/>
                  </a:lnTo>
                  <a:lnTo>
                    <a:pt x="785342" y="2575102"/>
                  </a:lnTo>
                  <a:lnTo>
                    <a:pt x="759053" y="2616720"/>
                  </a:lnTo>
                  <a:lnTo>
                    <a:pt x="733767" y="2658884"/>
                  </a:lnTo>
                  <a:lnTo>
                    <a:pt x="709460" y="2701569"/>
                  </a:lnTo>
                  <a:lnTo>
                    <a:pt x="686092" y="2744762"/>
                  </a:lnTo>
                  <a:lnTo>
                    <a:pt x="663638" y="2788437"/>
                  </a:lnTo>
                  <a:lnTo>
                    <a:pt x="642073" y="2832557"/>
                  </a:lnTo>
                  <a:lnTo>
                    <a:pt x="621360" y="2877121"/>
                  </a:lnTo>
                  <a:lnTo>
                    <a:pt x="601472" y="2922092"/>
                  </a:lnTo>
                  <a:lnTo>
                    <a:pt x="582371" y="2967444"/>
                  </a:lnTo>
                  <a:lnTo>
                    <a:pt x="564045" y="3013176"/>
                  </a:lnTo>
                  <a:lnTo>
                    <a:pt x="546455" y="3059252"/>
                  </a:lnTo>
                  <a:lnTo>
                    <a:pt x="512292" y="3153918"/>
                  </a:lnTo>
                  <a:lnTo>
                    <a:pt x="477177" y="3250133"/>
                  </a:lnTo>
                  <a:lnTo>
                    <a:pt x="441159" y="3345865"/>
                  </a:lnTo>
                  <a:lnTo>
                    <a:pt x="422770" y="3393529"/>
                  </a:lnTo>
                  <a:lnTo>
                    <a:pt x="404101" y="3441039"/>
                  </a:lnTo>
                  <a:lnTo>
                    <a:pt x="385140" y="3488410"/>
                  </a:lnTo>
                  <a:lnTo>
                    <a:pt x="365861" y="3535629"/>
                  </a:lnTo>
                  <a:lnTo>
                    <a:pt x="346252" y="3582682"/>
                  </a:lnTo>
                  <a:lnTo>
                    <a:pt x="326301" y="3629571"/>
                  </a:lnTo>
                  <a:lnTo>
                    <a:pt x="305968" y="3676281"/>
                  </a:lnTo>
                  <a:lnTo>
                    <a:pt x="285254" y="3722814"/>
                  </a:lnTo>
                  <a:lnTo>
                    <a:pt x="264134" y="3769169"/>
                  </a:lnTo>
                  <a:lnTo>
                    <a:pt x="242595" y="3815321"/>
                  </a:lnTo>
                  <a:lnTo>
                    <a:pt x="220611" y="3861270"/>
                  </a:lnTo>
                  <a:lnTo>
                    <a:pt x="198183" y="3907015"/>
                  </a:lnTo>
                  <a:lnTo>
                    <a:pt x="175260" y="3952557"/>
                  </a:lnTo>
                  <a:lnTo>
                    <a:pt x="151853" y="3997871"/>
                  </a:lnTo>
                  <a:lnTo>
                    <a:pt x="127927" y="4042956"/>
                  </a:lnTo>
                  <a:lnTo>
                    <a:pt x="103479" y="4087812"/>
                  </a:lnTo>
                  <a:lnTo>
                    <a:pt x="78473" y="4132440"/>
                  </a:lnTo>
                  <a:lnTo>
                    <a:pt x="52908" y="4176814"/>
                  </a:lnTo>
                  <a:lnTo>
                    <a:pt x="26758" y="4220934"/>
                  </a:lnTo>
                  <a:lnTo>
                    <a:pt x="0" y="4264799"/>
                  </a:lnTo>
                  <a:lnTo>
                    <a:pt x="54114" y="4270210"/>
                  </a:lnTo>
                  <a:lnTo>
                    <a:pt x="107848" y="4268089"/>
                  </a:lnTo>
                  <a:lnTo>
                    <a:pt x="161277" y="4261993"/>
                  </a:lnTo>
                  <a:lnTo>
                    <a:pt x="263715" y="4249547"/>
                  </a:lnTo>
                  <a:lnTo>
                    <a:pt x="312610" y="4242346"/>
                  </a:lnTo>
                  <a:lnTo>
                    <a:pt x="361137" y="4233850"/>
                  </a:lnTo>
                  <a:lnTo>
                    <a:pt x="409321" y="4224020"/>
                  </a:lnTo>
                  <a:lnTo>
                    <a:pt x="457123" y="4212806"/>
                  </a:lnTo>
                  <a:lnTo>
                    <a:pt x="504545" y="4200169"/>
                  </a:lnTo>
                  <a:lnTo>
                    <a:pt x="551599" y="4186047"/>
                  </a:lnTo>
                  <a:lnTo>
                    <a:pt x="598284" y="4170426"/>
                  </a:lnTo>
                  <a:lnTo>
                    <a:pt x="644575" y="4153230"/>
                  </a:lnTo>
                  <a:lnTo>
                    <a:pt x="690473" y="4134434"/>
                  </a:lnTo>
                  <a:lnTo>
                    <a:pt x="735990" y="4113987"/>
                  </a:lnTo>
                  <a:lnTo>
                    <a:pt x="783450" y="4090466"/>
                  </a:lnTo>
                  <a:lnTo>
                    <a:pt x="829322" y="4065143"/>
                  </a:lnTo>
                  <a:lnTo>
                    <a:pt x="873531" y="4037888"/>
                  </a:lnTo>
                  <a:lnTo>
                    <a:pt x="915962" y="4008564"/>
                  </a:lnTo>
                  <a:lnTo>
                    <a:pt x="956538" y="3977017"/>
                  </a:lnTo>
                  <a:lnTo>
                    <a:pt x="995172" y="3943121"/>
                  </a:lnTo>
                  <a:lnTo>
                    <a:pt x="1031760" y="3906748"/>
                  </a:lnTo>
                  <a:lnTo>
                    <a:pt x="1066215" y="3867759"/>
                  </a:lnTo>
                  <a:lnTo>
                    <a:pt x="1098118" y="3826929"/>
                  </a:lnTo>
                  <a:lnTo>
                    <a:pt x="1127226" y="3785133"/>
                  </a:lnTo>
                  <a:lnTo>
                    <a:pt x="1153528" y="3742334"/>
                  </a:lnTo>
                  <a:lnTo>
                    <a:pt x="1177061" y="3698494"/>
                  </a:lnTo>
                  <a:lnTo>
                    <a:pt x="1197813" y="3653536"/>
                  </a:lnTo>
                  <a:lnTo>
                    <a:pt x="1215796" y="3607447"/>
                  </a:lnTo>
                  <a:lnTo>
                    <a:pt x="1231023" y="3560178"/>
                  </a:lnTo>
                  <a:lnTo>
                    <a:pt x="1243495" y="3511664"/>
                  </a:lnTo>
                  <a:lnTo>
                    <a:pt x="1253223" y="3461893"/>
                  </a:lnTo>
                  <a:lnTo>
                    <a:pt x="1260233" y="3410801"/>
                  </a:lnTo>
                  <a:lnTo>
                    <a:pt x="1264500" y="3358350"/>
                  </a:lnTo>
                  <a:lnTo>
                    <a:pt x="1266202" y="3308197"/>
                  </a:lnTo>
                  <a:close/>
                </a:path>
                <a:path w="3919855" h="4270375">
                  <a:moveTo>
                    <a:pt x="3919499" y="0"/>
                  </a:moveTo>
                  <a:lnTo>
                    <a:pt x="3854577" y="17487"/>
                  </a:lnTo>
                  <a:lnTo>
                    <a:pt x="3807752" y="32486"/>
                  </a:lnTo>
                  <a:lnTo>
                    <a:pt x="3762006" y="49085"/>
                  </a:lnTo>
                  <a:lnTo>
                    <a:pt x="3717353" y="67271"/>
                  </a:lnTo>
                  <a:lnTo>
                    <a:pt x="3673792" y="87033"/>
                  </a:lnTo>
                  <a:lnTo>
                    <a:pt x="3631298" y="108394"/>
                  </a:lnTo>
                  <a:lnTo>
                    <a:pt x="3589871" y="131330"/>
                  </a:lnTo>
                  <a:lnTo>
                    <a:pt x="3549523" y="155841"/>
                  </a:lnTo>
                  <a:lnTo>
                    <a:pt x="3510216" y="181927"/>
                  </a:lnTo>
                  <a:lnTo>
                    <a:pt x="3471976" y="209588"/>
                  </a:lnTo>
                  <a:lnTo>
                    <a:pt x="3434765" y="238810"/>
                  </a:lnTo>
                  <a:lnTo>
                    <a:pt x="3398609" y="269608"/>
                  </a:lnTo>
                  <a:lnTo>
                    <a:pt x="3363480" y="301967"/>
                  </a:lnTo>
                  <a:lnTo>
                    <a:pt x="3329381" y="335876"/>
                  </a:lnTo>
                  <a:lnTo>
                    <a:pt x="3296297" y="371348"/>
                  </a:lnTo>
                  <a:lnTo>
                    <a:pt x="3264243" y="408368"/>
                  </a:lnTo>
                  <a:lnTo>
                    <a:pt x="3233191" y="446951"/>
                  </a:lnTo>
                  <a:lnTo>
                    <a:pt x="3203143" y="487070"/>
                  </a:lnTo>
                  <a:lnTo>
                    <a:pt x="3174085" y="528726"/>
                  </a:lnTo>
                  <a:lnTo>
                    <a:pt x="3146018" y="571931"/>
                  </a:lnTo>
                  <a:lnTo>
                    <a:pt x="3119221" y="615861"/>
                  </a:lnTo>
                  <a:lnTo>
                    <a:pt x="3093491" y="660349"/>
                  </a:lnTo>
                  <a:lnTo>
                    <a:pt x="3068663" y="705307"/>
                  </a:lnTo>
                  <a:lnTo>
                    <a:pt x="3044545" y="750646"/>
                  </a:lnTo>
                  <a:lnTo>
                    <a:pt x="3020961" y="796251"/>
                  </a:lnTo>
                  <a:lnTo>
                    <a:pt x="2928277" y="979474"/>
                  </a:lnTo>
                  <a:lnTo>
                    <a:pt x="2904604" y="1024978"/>
                  </a:lnTo>
                  <a:lnTo>
                    <a:pt x="2880360" y="1070165"/>
                  </a:lnTo>
                  <a:lnTo>
                    <a:pt x="2855366" y="1114945"/>
                  </a:lnTo>
                  <a:lnTo>
                    <a:pt x="2829445" y="1159217"/>
                  </a:lnTo>
                  <a:lnTo>
                    <a:pt x="2833420" y="1163650"/>
                  </a:lnTo>
                  <a:lnTo>
                    <a:pt x="2835922" y="1169416"/>
                  </a:lnTo>
                  <a:lnTo>
                    <a:pt x="2838729" y="1169568"/>
                  </a:lnTo>
                  <a:lnTo>
                    <a:pt x="2891002" y="1163802"/>
                  </a:lnTo>
                  <a:lnTo>
                    <a:pt x="2942818" y="1156716"/>
                  </a:lnTo>
                  <a:lnTo>
                    <a:pt x="2994190" y="1148334"/>
                  </a:lnTo>
                  <a:lnTo>
                    <a:pt x="3045104" y="1138669"/>
                  </a:lnTo>
                  <a:lnTo>
                    <a:pt x="3095587" y="1127760"/>
                  </a:lnTo>
                  <a:lnTo>
                    <a:pt x="3145637" y="1115618"/>
                  </a:lnTo>
                  <a:lnTo>
                    <a:pt x="3195256" y="1102258"/>
                  </a:lnTo>
                  <a:lnTo>
                    <a:pt x="3244456" y="1087704"/>
                  </a:lnTo>
                  <a:lnTo>
                    <a:pt x="3293237" y="1071981"/>
                  </a:lnTo>
                  <a:lnTo>
                    <a:pt x="3341624" y="1055103"/>
                  </a:lnTo>
                  <a:lnTo>
                    <a:pt x="3389592" y="1037082"/>
                  </a:lnTo>
                  <a:lnTo>
                    <a:pt x="3437178" y="1017955"/>
                  </a:lnTo>
                  <a:lnTo>
                    <a:pt x="3484359" y="997737"/>
                  </a:lnTo>
                  <a:lnTo>
                    <a:pt x="3531171" y="976439"/>
                  </a:lnTo>
                  <a:lnTo>
                    <a:pt x="3577602" y="954087"/>
                  </a:lnTo>
                  <a:lnTo>
                    <a:pt x="3623665" y="930694"/>
                  </a:lnTo>
                  <a:lnTo>
                    <a:pt x="3669360" y="906297"/>
                  </a:lnTo>
                  <a:lnTo>
                    <a:pt x="3714699" y="880910"/>
                  </a:lnTo>
                  <a:lnTo>
                    <a:pt x="3759682" y="854544"/>
                  </a:lnTo>
                  <a:lnTo>
                    <a:pt x="3803396" y="827963"/>
                  </a:lnTo>
                  <a:lnTo>
                    <a:pt x="3846639" y="800785"/>
                  </a:lnTo>
                  <a:lnTo>
                    <a:pt x="3889362" y="772947"/>
                  </a:lnTo>
                  <a:lnTo>
                    <a:pt x="3919499" y="752589"/>
                  </a:lnTo>
                  <a:lnTo>
                    <a:pt x="3919499" y="0"/>
                  </a:lnTo>
                  <a:close/>
                </a:path>
              </a:pathLst>
            </a:custGeom>
            <a:solidFill>
              <a:srgbClr val="402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03945" cy="711797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865403" y="-86866"/>
            <a:ext cx="4072890" cy="1127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200" spc="-840" dirty="0"/>
              <a:t>SOLUTION...</a:t>
            </a:r>
            <a:endParaRPr sz="7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747" y="4204372"/>
            <a:ext cx="2486024" cy="1914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265" y="4723489"/>
            <a:ext cx="4667249" cy="2000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3542" y="1436522"/>
            <a:ext cx="4457699" cy="2409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3308" y="7303326"/>
            <a:ext cx="4667249" cy="2095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15001" y="3842425"/>
            <a:ext cx="6571514" cy="26003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14355" y="1793100"/>
            <a:ext cx="3395979" cy="2398395"/>
          </a:xfrm>
          <a:custGeom>
            <a:avLst/>
            <a:gdLst/>
            <a:ahLst/>
            <a:cxnLst/>
            <a:rect l="l" t="t" r="r" b="b"/>
            <a:pathLst>
              <a:path w="3395979" h="2398395">
                <a:moveTo>
                  <a:pt x="449717" y="2398119"/>
                </a:moveTo>
                <a:lnTo>
                  <a:pt x="401670" y="2397205"/>
                </a:lnTo>
                <a:lnTo>
                  <a:pt x="354731" y="2391911"/>
                </a:lnTo>
                <a:lnTo>
                  <a:pt x="309049" y="2382035"/>
                </a:lnTo>
                <a:lnTo>
                  <a:pt x="264776" y="2367378"/>
                </a:lnTo>
                <a:lnTo>
                  <a:pt x="222062" y="2347737"/>
                </a:lnTo>
                <a:lnTo>
                  <a:pt x="186568" y="2326575"/>
                </a:lnTo>
                <a:lnTo>
                  <a:pt x="152346" y="2301430"/>
                </a:lnTo>
                <a:lnTo>
                  <a:pt x="119501" y="2272148"/>
                </a:lnTo>
                <a:lnTo>
                  <a:pt x="88141" y="2238574"/>
                </a:lnTo>
                <a:lnTo>
                  <a:pt x="58374" y="2200555"/>
                </a:lnTo>
                <a:lnTo>
                  <a:pt x="30305" y="2157935"/>
                </a:lnTo>
                <a:lnTo>
                  <a:pt x="4043" y="2110559"/>
                </a:lnTo>
                <a:lnTo>
                  <a:pt x="0" y="2096405"/>
                </a:lnTo>
                <a:lnTo>
                  <a:pt x="1751" y="2082441"/>
                </a:lnTo>
                <a:lnTo>
                  <a:pt x="8723" y="2070134"/>
                </a:lnTo>
                <a:lnTo>
                  <a:pt x="20343" y="2060949"/>
                </a:lnTo>
                <a:lnTo>
                  <a:pt x="34596" y="2057296"/>
                </a:lnTo>
                <a:lnTo>
                  <a:pt x="48784" y="2059250"/>
                </a:lnTo>
                <a:lnTo>
                  <a:pt x="61318" y="2066301"/>
                </a:lnTo>
                <a:lnTo>
                  <a:pt x="70603" y="2077939"/>
                </a:lnTo>
                <a:lnTo>
                  <a:pt x="96793" y="2125136"/>
                </a:lnTo>
                <a:lnTo>
                  <a:pt x="125039" y="2166915"/>
                </a:lnTo>
                <a:lnTo>
                  <a:pt x="155247" y="2203409"/>
                </a:lnTo>
                <a:lnTo>
                  <a:pt x="187323" y="2234749"/>
                </a:lnTo>
                <a:lnTo>
                  <a:pt x="221173" y="2261067"/>
                </a:lnTo>
                <a:lnTo>
                  <a:pt x="256701" y="2282496"/>
                </a:lnTo>
                <a:lnTo>
                  <a:pt x="298571" y="2301218"/>
                </a:lnTo>
                <a:lnTo>
                  <a:pt x="342056" y="2314278"/>
                </a:lnTo>
                <a:lnTo>
                  <a:pt x="386990" y="2322002"/>
                </a:lnTo>
                <a:lnTo>
                  <a:pt x="433205" y="2324716"/>
                </a:lnTo>
                <a:lnTo>
                  <a:pt x="480535" y="2322748"/>
                </a:lnTo>
                <a:lnTo>
                  <a:pt x="528812" y="2316423"/>
                </a:lnTo>
                <a:lnTo>
                  <a:pt x="577869" y="2306068"/>
                </a:lnTo>
                <a:lnTo>
                  <a:pt x="627538" y="2292011"/>
                </a:lnTo>
                <a:lnTo>
                  <a:pt x="673396" y="2276072"/>
                </a:lnTo>
                <a:lnTo>
                  <a:pt x="719463" y="2257459"/>
                </a:lnTo>
                <a:lnTo>
                  <a:pt x="765616" y="2236367"/>
                </a:lnTo>
                <a:lnTo>
                  <a:pt x="811734" y="2212988"/>
                </a:lnTo>
                <a:lnTo>
                  <a:pt x="857694" y="2187517"/>
                </a:lnTo>
                <a:lnTo>
                  <a:pt x="903374" y="2160147"/>
                </a:lnTo>
                <a:lnTo>
                  <a:pt x="948652" y="2131071"/>
                </a:lnTo>
                <a:lnTo>
                  <a:pt x="993405" y="2100485"/>
                </a:lnTo>
                <a:lnTo>
                  <a:pt x="1037512" y="2068580"/>
                </a:lnTo>
                <a:lnTo>
                  <a:pt x="1080849" y="2035552"/>
                </a:lnTo>
                <a:lnTo>
                  <a:pt x="1123296" y="2001593"/>
                </a:lnTo>
                <a:lnTo>
                  <a:pt x="1164729" y="1966897"/>
                </a:lnTo>
                <a:lnTo>
                  <a:pt x="1205026" y="1931659"/>
                </a:lnTo>
                <a:lnTo>
                  <a:pt x="1244065" y="1896071"/>
                </a:lnTo>
                <a:lnTo>
                  <a:pt x="1281724" y="1860328"/>
                </a:lnTo>
                <a:lnTo>
                  <a:pt x="1317880" y="1824623"/>
                </a:lnTo>
                <a:lnTo>
                  <a:pt x="1352411" y="1789150"/>
                </a:lnTo>
                <a:lnTo>
                  <a:pt x="1385196" y="1754103"/>
                </a:lnTo>
                <a:lnTo>
                  <a:pt x="1416111" y="1719675"/>
                </a:lnTo>
                <a:lnTo>
                  <a:pt x="1445035" y="1686060"/>
                </a:lnTo>
                <a:lnTo>
                  <a:pt x="1471845" y="1653452"/>
                </a:lnTo>
                <a:lnTo>
                  <a:pt x="1496419" y="1622044"/>
                </a:lnTo>
                <a:lnTo>
                  <a:pt x="1548652" y="1548976"/>
                </a:lnTo>
                <a:lnTo>
                  <a:pt x="1577429" y="1505492"/>
                </a:lnTo>
                <a:lnTo>
                  <a:pt x="1605086" y="1461649"/>
                </a:lnTo>
                <a:lnTo>
                  <a:pt x="1631741" y="1417521"/>
                </a:lnTo>
                <a:lnTo>
                  <a:pt x="1657513" y="1373181"/>
                </a:lnTo>
                <a:lnTo>
                  <a:pt x="1682520" y="1328701"/>
                </a:lnTo>
                <a:lnTo>
                  <a:pt x="1706882" y="1284153"/>
                </a:lnTo>
                <a:lnTo>
                  <a:pt x="1730716" y="1239612"/>
                </a:lnTo>
                <a:lnTo>
                  <a:pt x="1754143" y="1195148"/>
                </a:lnTo>
                <a:lnTo>
                  <a:pt x="1823163" y="1062955"/>
                </a:lnTo>
                <a:lnTo>
                  <a:pt x="1846145" y="1019532"/>
                </a:lnTo>
                <a:lnTo>
                  <a:pt x="1869313" y="976551"/>
                </a:lnTo>
                <a:lnTo>
                  <a:pt x="1892786" y="934084"/>
                </a:lnTo>
                <a:lnTo>
                  <a:pt x="1916682" y="892205"/>
                </a:lnTo>
                <a:lnTo>
                  <a:pt x="1941120" y="850985"/>
                </a:lnTo>
                <a:lnTo>
                  <a:pt x="1966220" y="810499"/>
                </a:lnTo>
                <a:lnTo>
                  <a:pt x="1991478" y="771507"/>
                </a:lnTo>
                <a:lnTo>
                  <a:pt x="2017561" y="733333"/>
                </a:lnTo>
                <a:lnTo>
                  <a:pt x="2044573" y="696041"/>
                </a:lnTo>
                <a:lnTo>
                  <a:pt x="2072615" y="659690"/>
                </a:lnTo>
                <a:lnTo>
                  <a:pt x="2101791" y="624343"/>
                </a:lnTo>
                <a:lnTo>
                  <a:pt x="2132203" y="590063"/>
                </a:lnTo>
                <a:lnTo>
                  <a:pt x="2163954" y="556910"/>
                </a:lnTo>
                <a:lnTo>
                  <a:pt x="2197148" y="524947"/>
                </a:lnTo>
                <a:lnTo>
                  <a:pt x="2231886" y="494235"/>
                </a:lnTo>
                <a:lnTo>
                  <a:pt x="2268271" y="464836"/>
                </a:lnTo>
                <a:lnTo>
                  <a:pt x="2306407" y="436812"/>
                </a:lnTo>
                <a:lnTo>
                  <a:pt x="2346396" y="410225"/>
                </a:lnTo>
                <a:lnTo>
                  <a:pt x="2388341" y="385137"/>
                </a:lnTo>
                <a:lnTo>
                  <a:pt x="2432345" y="361609"/>
                </a:lnTo>
                <a:lnTo>
                  <a:pt x="2478510" y="339704"/>
                </a:lnTo>
                <a:lnTo>
                  <a:pt x="2526939" y="319483"/>
                </a:lnTo>
                <a:lnTo>
                  <a:pt x="2577735" y="301008"/>
                </a:lnTo>
                <a:lnTo>
                  <a:pt x="2631001" y="284341"/>
                </a:lnTo>
                <a:lnTo>
                  <a:pt x="2686840" y="269543"/>
                </a:lnTo>
                <a:lnTo>
                  <a:pt x="2737821" y="258037"/>
                </a:lnTo>
                <a:lnTo>
                  <a:pt x="2789223" y="248122"/>
                </a:lnTo>
                <a:lnTo>
                  <a:pt x="2840935" y="240001"/>
                </a:lnTo>
                <a:lnTo>
                  <a:pt x="2892846" y="233878"/>
                </a:lnTo>
                <a:lnTo>
                  <a:pt x="2944846" y="229957"/>
                </a:lnTo>
                <a:lnTo>
                  <a:pt x="2996827" y="228441"/>
                </a:lnTo>
                <a:lnTo>
                  <a:pt x="3048677" y="229535"/>
                </a:lnTo>
                <a:lnTo>
                  <a:pt x="3100286" y="233443"/>
                </a:lnTo>
                <a:lnTo>
                  <a:pt x="3151545" y="240368"/>
                </a:lnTo>
                <a:lnTo>
                  <a:pt x="3202344" y="250514"/>
                </a:lnTo>
                <a:lnTo>
                  <a:pt x="3165575" y="220640"/>
                </a:lnTo>
                <a:lnTo>
                  <a:pt x="3127997" y="191764"/>
                </a:lnTo>
                <a:lnTo>
                  <a:pt x="3089553" y="164137"/>
                </a:lnTo>
                <a:lnTo>
                  <a:pt x="3050182" y="138007"/>
                </a:lnTo>
                <a:lnTo>
                  <a:pt x="3009825" y="113625"/>
                </a:lnTo>
                <a:lnTo>
                  <a:pt x="2968422" y="91240"/>
                </a:lnTo>
                <a:lnTo>
                  <a:pt x="2925914" y="71102"/>
                </a:lnTo>
                <a:lnTo>
                  <a:pt x="2913773" y="62692"/>
                </a:lnTo>
                <a:lnTo>
                  <a:pt x="2906217" y="50714"/>
                </a:lnTo>
                <a:lnTo>
                  <a:pt x="2903755" y="36698"/>
                </a:lnTo>
                <a:lnTo>
                  <a:pt x="2906897" y="22171"/>
                </a:lnTo>
                <a:lnTo>
                  <a:pt x="2915302" y="10023"/>
                </a:lnTo>
                <a:lnTo>
                  <a:pt x="2927272" y="2463"/>
                </a:lnTo>
                <a:lnTo>
                  <a:pt x="2941281" y="0"/>
                </a:lnTo>
                <a:lnTo>
                  <a:pt x="2955798" y="3143"/>
                </a:lnTo>
                <a:lnTo>
                  <a:pt x="3000509" y="24250"/>
                </a:lnTo>
                <a:lnTo>
                  <a:pt x="3044019" y="47635"/>
                </a:lnTo>
                <a:lnTo>
                  <a:pt x="3086398" y="73026"/>
                </a:lnTo>
                <a:lnTo>
                  <a:pt x="3127718" y="100154"/>
                </a:lnTo>
                <a:lnTo>
                  <a:pt x="3168051" y="128748"/>
                </a:lnTo>
                <a:lnTo>
                  <a:pt x="3207470" y="158536"/>
                </a:lnTo>
                <a:lnTo>
                  <a:pt x="3246044" y="189247"/>
                </a:lnTo>
                <a:lnTo>
                  <a:pt x="3283846" y="220612"/>
                </a:lnTo>
                <a:lnTo>
                  <a:pt x="3301771" y="235117"/>
                </a:lnTo>
                <a:lnTo>
                  <a:pt x="3346788" y="272027"/>
                </a:lnTo>
                <a:lnTo>
                  <a:pt x="3377659" y="305996"/>
                </a:lnTo>
                <a:lnTo>
                  <a:pt x="3395233" y="345657"/>
                </a:lnTo>
                <a:lnTo>
                  <a:pt x="3395732" y="359100"/>
                </a:lnTo>
                <a:lnTo>
                  <a:pt x="3392601" y="370122"/>
                </a:lnTo>
                <a:lnTo>
                  <a:pt x="3353124" y="394588"/>
                </a:lnTo>
                <a:lnTo>
                  <a:pt x="3340219" y="393908"/>
                </a:lnTo>
                <a:lnTo>
                  <a:pt x="3336823" y="393908"/>
                </a:lnTo>
                <a:lnTo>
                  <a:pt x="3281809" y="407957"/>
                </a:lnTo>
                <a:lnTo>
                  <a:pt x="3218685" y="425848"/>
                </a:lnTo>
                <a:lnTo>
                  <a:pt x="3173255" y="440152"/>
                </a:lnTo>
                <a:lnTo>
                  <a:pt x="3127618" y="455906"/>
                </a:lnTo>
                <a:lnTo>
                  <a:pt x="3082212" y="473166"/>
                </a:lnTo>
                <a:lnTo>
                  <a:pt x="3037475" y="491986"/>
                </a:lnTo>
                <a:lnTo>
                  <a:pt x="2993843" y="512423"/>
                </a:lnTo>
                <a:lnTo>
                  <a:pt x="2951756" y="534532"/>
                </a:lnTo>
                <a:lnTo>
                  <a:pt x="2911651" y="558370"/>
                </a:lnTo>
                <a:lnTo>
                  <a:pt x="2898057" y="563541"/>
                </a:lnTo>
                <a:lnTo>
                  <a:pt x="2883889" y="563042"/>
                </a:lnTo>
                <a:lnTo>
                  <a:pt x="2870868" y="557318"/>
                </a:lnTo>
                <a:lnTo>
                  <a:pt x="2860712" y="546817"/>
                </a:lnTo>
                <a:lnTo>
                  <a:pt x="2855544" y="533214"/>
                </a:lnTo>
                <a:lnTo>
                  <a:pt x="2856042" y="519038"/>
                </a:lnTo>
                <a:lnTo>
                  <a:pt x="2914687" y="470515"/>
                </a:lnTo>
                <a:lnTo>
                  <a:pt x="2959162" y="446991"/>
                </a:lnTo>
                <a:lnTo>
                  <a:pt x="3005245" y="425234"/>
                </a:lnTo>
                <a:lnTo>
                  <a:pt x="3052498" y="405206"/>
                </a:lnTo>
                <a:lnTo>
                  <a:pt x="3100483" y="386867"/>
                </a:lnTo>
                <a:lnTo>
                  <a:pt x="3148762" y="370176"/>
                </a:lnTo>
                <a:lnTo>
                  <a:pt x="3196898" y="355093"/>
                </a:lnTo>
                <a:lnTo>
                  <a:pt x="3244454" y="341580"/>
                </a:lnTo>
                <a:lnTo>
                  <a:pt x="3245812" y="340900"/>
                </a:lnTo>
                <a:lnTo>
                  <a:pt x="3247849" y="340900"/>
                </a:lnTo>
                <a:lnTo>
                  <a:pt x="3249208" y="340220"/>
                </a:lnTo>
                <a:lnTo>
                  <a:pt x="3201082" y="325623"/>
                </a:lnTo>
                <a:lnTo>
                  <a:pt x="3152360" y="314665"/>
                </a:lnTo>
                <a:lnTo>
                  <a:pt x="3103151" y="307111"/>
                </a:lnTo>
                <a:lnTo>
                  <a:pt x="3053565" y="302725"/>
                </a:lnTo>
                <a:lnTo>
                  <a:pt x="3003712" y="301270"/>
                </a:lnTo>
                <a:lnTo>
                  <a:pt x="2953704" y="302511"/>
                </a:lnTo>
                <a:lnTo>
                  <a:pt x="2903650" y="306213"/>
                </a:lnTo>
                <a:lnTo>
                  <a:pt x="2853660" y="312138"/>
                </a:lnTo>
                <a:lnTo>
                  <a:pt x="2803844" y="320052"/>
                </a:lnTo>
                <a:lnTo>
                  <a:pt x="2754313" y="329718"/>
                </a:lnTo>
                <a:lnTo>
                  <a:pt x="2705177" y="340900"/>
                </a:lnTo>
                <a:lnTo>
                  <a:pt x="2649962" y="355613"/>
                </a:lnTo>
                <a:lnTo>
                  <a:pt x="2597436" y="372294"/>
                </a:lnTo>
                <a:lnTo>
                  <a:pt x="2547486" y="390872"/>
                </a:lnTo>
                <a:lnTo>
                  <a:pt x="2499997" y="411277"/>
                </a:lnTo>
                <a:lnTo>
                  <a:pt x="2454855" y="433439"/>
                </a:lnTo>
                <a:lnTo>
                  <a:pt x="2411944" y="457286"/>
                </a:lnTo>
                <a:lnTo>
                  <a:pt x="2371150" y="482749"/>
                </a:lnTo>
                <a:lnTo>
                  <a:pt x="2332360" y="509756"/>
                </a:lnTo>
                <a:lnTo>
                  <a:pt x="2295457" y="538237"/>
                </a:lnTo>
                <a:lnTo>
                  <a:pt x="2260327" y="568121"/>
                </a:lnTo>
                <a:lnTo>
                  <a:pt x="2226857" y="599337"/>
                </a:lnTo>
                <a:lnTo>
                  <a:pt x="2194930" y="631816"/>
                </a:lnTo>
                <a:lnTo>
                  <a:pt x="2164434" y="665486"/>
                </a:lnTo>
                <a:lnTo>
                  <a:pt x="2135252" y="700277"/>
                </a:lnTo>
                <a:lnTo>
                  <a:pt x="2107271" y="736118"/>
                </a:lnTo>
                <a:lnTo>
                  <a:pt x="2080376" y="772938"/>
                </a:lnTo>
                <a:lnTo>
                  <a:pt x="2054452" y="810668"/>
                </a:lnTo>
                <a:lnTo>
                  <a:pt x="2029384" y="849235"/>
                </a:lnTo>
                <a:lnTo>
                  <a:pt x="2004166" y="889942"/>
                </a:lnTo>
                <a:lnTo>
                  <a:pt x="1979597" y="931371"/>
                </a:lnTo>
                <a:lnTo>
                  <a:pt x="1955560" y="973450"/>
                </a:lnTo>
                <a:lnTo>
                  <a:pt x="1931939" y="1016107"/>
                </a:lnTo>
                <a:lnTo>
                  <a:pt x="1908615" y="1059273"/>
                </a:lnTo>
                <a:lnTo>
                  <a:pt x="1885472" y="1102874"/>
                </a:lnTo>
                <a:lnTo>
                  <a:pt x="1815949" y="1235584"/>
                </a:lnTo>
                <a:lnTo>
                  <a:pt x="1792353" y="1280217"/>
                </a:lnTo>
                <a:lnTo>
                  <a:pt x="1768350" y="1324931"/>
                </a:lnTo>
                <a:lnTo>
                  <a:pt x="1743823" y="1369652"/>
                </a:lnTo>
                <a:lnTo>
                  <a:pt x="1718655" y="1414311"/>
                </a:lnTo>
                <a:lnTo>
                  <a:pt x="1692728" y="1458835"/>
                </a:lnTo>
                <a:lnTo>
                  <a:pt x="1665924" y="1503154"/>
                </a:lnTo>
                <a:lnTo>
                  <a:pt x="1638127" y="1547196"/>
                </a:lnTo>
                <a:lnTo>
                  <a:pt x="1609219" y="1590890"/>
                </a:lnTo>
                <a:lnTo>
                  <a:pt x="1579082" y="1634165"/>
                </a:lnTo>
                <a:lnTo>
                  <a:pt x="1532538" y="1695376"/>
                </a:lnTo>
                <a:lnTo>
                  <a:pt x="1505980" y="1727793"/>
                </a:lnTo>
                <a:lnTo>
                  <a:pt x="1477383" y="1761182"/>
                </a:lnTo>
                <a:lnTo>
                  <a:pt x="1446858" y="1795368"/>
                </a:lnTo>
                <a:lnTo>
                  <a:pt x="1414517" y="1830174"/>
                </a:lnTo>
                <a:lnTo>
                  <a:pt x="1380473" y="1865424"/>
                </a:lnTo>
                <a:lnTo>
                  <a:pt x="1344837" y="1900943"/>
                </a:lnTo>
                <a:lnTo>
                  <a:pt x="1307724" y="1936553"/>
                </a:lnTo>
                <a:lnTo>
                  <a:pt x="1269243" y="1972079"/>
                </a:lnTo>
                <a:lnTo>
                  <a:pt x="1229509" y="2007345"/>
                </a:lnTo>
                <a:lnTo>
                  <a:pt x="1188633" y="2042175"/>
                </a:lnTo>
                <a:lnTo>
                  <a:pt x="1146728" y="2076393"/>
                </a:lnTo>
                <a:lnTo>
                  <a:pt x="1103906" y="2109822"/>
                </a:lnTo>
                <a:lnTo>
                  <a:pt x="1060279" y="2142286"/>
                </a:lnTo>
                <a:lnTo>
                  <a:pt x="1015959" y="2173610"/>
                </a:lnTo>
                <a:lnTo>
                  <a:pt x="971059" y="2203618"/>
                </a:lnTo>
                <a:lnTo>
                  <a:pt x="925692" y="2232132"/>
                </a:lnTo>
                <a:lnTo>
                  <a:pt x="879969" y="2258978"/>
                </a:lnTo>
                <a:lnTo>
                  <a:pt x="834002" y="2283978"/>
                </a:lnTo>
                <a:lnTo>
                  <a:pt x="787905" y="2306958"/>
                </a:lnTo>
                <a:lnTo>
                  <a:pt x="741789" y="2327740"/>
                </a:lnTo>
                <a:lnTo>
                  <a:pt x="695767" y="2346149"/>
                </a:lnTo>
                <a:lnTo>
                  <a:pt x="649952" y="2362009"/>
                </a:lnTo>
                <a:lnTo>
                  <a:pt x="598987" y="2376599"/>
                </a:lnTo>
                <a:lnTo>
                  <a:pt x="548526" y="2387615"/>
                </a:lnTo>
                <a:lnTo>
                  <a:pt x="498719" y="2394855"/>
                </a:lnTo>
                <a:lnTo>
                  <a:pt x="449717" y="2398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6543" y="6848222"/>
            <a:ext cx="3621404" cy="2814955"/>
          </a:xfrm>
          <a:custGeom>
            <a:avLst/>
            <a:gdLst/>
            <a:ahLst/>
            <a:cxnLst/>
            <a:rect l="l" t="t" r="r" b="b"/>
            <a:pathLst>
              <a:path w="3621404" h="2814954">
                <a:moveTo>
                  <a:pt x="3064243" y="2802510"/>
                </a:moveTo>
                <a:lnTo>
                  <a:pt x="3055475" y="2813106"/>
                </a:lnTo>
                <a:lnTo>
                  <a:pt x="3043564" y="2814340"/>
                </a:lnTo>
                <a:lnTo>
                  <a:pt x="3031207" y="2809225"/>
                </a:lnTo>
                <a:lnTo>
                  <a:pt x="3021098" y="2800776"/>
                </a:lnTo>
                <a:lnTo>
                  <a:pt x="3011444" y="2786519"/>
                </a:lnTo>
                <a:lnTo>
                  <a:pt x="3005326" y="2769887"/>
                </a:lnTo>
                <a:lnTo>
                  <a:pt x="3003535" y="2752399"/>
                </a:lnTo>
                <a:lnTo>
                  <a:pt x="3006861" y="2735571"/>
                </a:lnTo>
                <a:lnTo>
                  <a:pt x="3025984" y="2687396"/>
                </a:lnTo>
                <a:lnTo>
                  <a:pt x="3045971" y="2639604"/>
                </a:lnTo>
                <a:lnTo>
                  <a:pt x="3066816" y="2592207"/>
                </a:lnTo>
                <a:lnTo>
                  <a:pt x="3088509" y="2545216"/>
                </a:lnTo>
                <a:lnTo>
                  <a:pt x="3111045" y="2498644"/>
                </a:lnTo>
                <a:lnTo>
                  <a:pt x="3134415" y="2452502"/>
                </a:lnTo>
                <a:lnTo>
                  <a:pt x="3158610" y="2406802"/>
                </a:lnTo>
                <a:lnTo>
                  <a:pt x="3183625" y="2361555"/>
                </a:lnTo>
                <a:lnTo>
                  <a:pt x="3209451" y="2316773"/>
                </a:lnTo>
                <a:lnTo>
                  <a:pt x="3236079" y="2272468"/>
                </a:lnTo>
                <a:lnTo>
                  <a:pt x="3263504" y="2228651"/>
                </a:lnTo>
                <a:lnTo>
                  <a:pt x="3291716" y="2185335"/>
                </a:lnTo>
                <a:lnTo>
                  <a:pt x="3320709" y="2142530"/>
                </a:lnTo>
                <a:lnTo>
                  <a:pt x="3350474" y="2100249"/>
                </a:lnTo>
                <a:lnTo>
                  <a:pt x="3381005" y="2058504"/>
                </a:lnTo>
                <a:lnTo>
                  <a:pt x="3412292" y="2017305"/>
                </a:lnTo>
                <a:lnTo>
                  <a:pt x="3444329" y="1976665"/>
                </a:lnTo>
                <a:lnTo>
                  <a:pt x="3477108" y="1936595"/>
                </a:lnTo>
                <a:lnTo>
                  <a:pt x="3427141" y="1943557"/>
                </a:lnTo>
                <a:lnTo>
                  <a:pt x="3377090" y="1949798"/>
                </a:lnTo>
                <a:lnTo>
                  <a:pt x="3326965" y="1955315"/>
                </a:lnTo>
                <a:lnTo>
                  <a:pt x="3276773" y="1960110"/>
                </a:lnTo>
                <a:lnTo>
                  <a:pt x="3226523" y="1964180"/>
                </a:lnTo>
                <a:lnTo>
                  <a:pt x="3176224" y="1967525"/>
                </a:lnTo>
                <a:lnTo>
                  <a:pt x="3125885" y="1970144"/>
                </a:lnTo>
                <a:lnTo>
                  <a:pt x="3075513" y="1972037"/>
                </a:lnTo>
                <a:lnTo>
                  <a:pt x="3025118" y="1973202"/>
                </a:lnTo>
                <a:lnTo>
                  <a:pt x="2974708" y="1973639"/>
                </a:lnTo>
                <a:lnTo>
                  <a:pt x="2924291" y="1973347"/>
                </a:lnTo>
                <a:lnTo>
                  <a:pt x="2873877" y="1972325"/>
                </a:lnTo>
                <a:lnTo>
                  <a:pt x="2823473" y="1970573"/>
                </a:lnTo>
                <a:lnTo>
                  <a:pt x="2773088" y="1968089"/>
                </a:lnTo>
                <a:lnTo>
                  <a:pt x="2722731" y="1964873"/>
                </a:lnTo>
                <a:lnTo>
                  <a:pt x="2672409" y="1960924"/>
                </a:lnTo>
                <a:lnTo>
                  <a:pt x="2622133" y="1956241"/>
                </a:lnTo>
                <a:lnTo>
                  <a:pt x="2572032" y="1950856"/>
                </a:lnTo>
                <a:lnTo>
                  <a:pt x="2522014" y="1944773"/>
                </a:lnTo>
                <a:lnTo>
                  <a:pt x="2472090" y="1937996"/>
                </a:lnTo>
                <a:lnTo>
                  <a:pt x="2422267" y="1930526"/>
                </a:lnTo>
                <a:lnTo>
                  <a:pt x="2372555" y="1922366"/>
                </a:lnTo>
                <a:lnTo>
                  <a:pt x="2322964" y="1913520"/>
                </a:lnTo>
                <a:lnTo>
                  <a:pt x="2273501" y="1903991"/>
                </a:lnTo>
                <a:lnTo>
                  <a:pt x="2224177" y="1893780"/>
                </a:lnTo>
                <a:lnTo>
                  <a:pt x="2174999" y="1882890"/>
                </a:lnTo>
                <a:lnTo>
                  <a:pt x="2125978" y="1871326"/>
                </a:lnTo>
                <a:lnTo>
                  <a:pt x="2077122" y="1859088"/>
                </a:lnTo>
                <a:lnTo>
                  <a:pt x="2028440" y="1846180"/>
                </a:lnTo>
                <a:lnTo>
                  <a:pt x="1979941" y="1832605"/>
                </a:lnTo>
                <a:lnTo>
                  <a:pt x="1931634" y="1818365"/>
                </a:lnTo>
                <a:lnTo>
                  <a:pt x="1883529" y="1803464"/>
                </a:lnTo>
                <a:lnTo>
                  <a:pt x="1835634" y="1787904"/>
                </a:lnTo>
                <a:lnTo>
                  <a:pt x="1787958" y="1771687"/>
                </a:lnTo>
                <a:lnTo>
                  <a:pt x="1740510" y="1754817"/>
                </a:lnTo>
                <a:lnTo>
                  <a:pt x="1693300" y="1737296"/>
                </a:lnTo>
                <a:lnTo>
                  <a:pt x="1646336" y="1719127"/>
                </a:lnTo>
                <a:lnTo>
                  <a:pt x="1599628" y="1700312"/>
                </a:lnTo>
                <a:lnTo>
                  <a:pt x="1553184" y="1680856"/>
                </a:lnTo>
                <a:lnTo>
                  <a:pt x="1507013" y="1660759"/>
                </a:lnTo>
                <a:lnTo>
                  <a:pt x="1461125" y="1640026"/>
                </a:lnTo>
                <a:lnTo>
                  <a:pt x="1415529" y="1618658"/>
                </a:lnTo>
                <a:lnTo>
                  <a:pt x="1370233" y="1596659"/>
                </a:lnTo>
                <a:lnTo>
                  <a:pt x="1325246" y="1574032"/>
                </a:lnTo>
                <a:lnTo>
                  <a:pt x="1280579" y="1550778"/>
                </a:lnTo>
                <a:lnTo>
                  <a:pt x="1236238" y="1526901"/>
                </a:lnTo>
                <a:lnTo>
                  <a:pt x="1192235" y="1502404"/>
                </a:lnTo>
                <a:lnTo>
                  <a:pt x="1148577" y="1477289"/>
                </a:lnTo>
                <a:lnTo>
                  <a:pt x="1105273" y="1451560"/>
                </a:lnTo>
                <a:lnTo>
                  <a:pt x="1062334" y="1425218"/>
                </a:lnTo>
                <a:lnTo>
                  <a:pt x="1019767" y="1398267"/>
                </a:lnTo>
                <a:lnTo>
                  <a:pt x="977582" y="1370709"/>
                </a:lnTo>
                <a:lnTo>
                  <a:pt x="935074" y="1342111"/>
                </a:lnTo>
                <a:lnTo>
                  <a:pt x="892847" y="1312880"/>
                </a:lnTo>
                <a:lnTo>
                  <a:pt x="850942" y="1283012"/>
                </a:lnTo>
                <a:lnTo>
                  <a:pt x="809399" y="1252502"/>
                </a:lnTo>
                <a:lnTo>
                  <a:pt x="768260" y="1221347"/>
                </a:lnTo>
                <a:lnTo>
                  <a:pt x="727565" y="1189541"/>
                </a:lnTo>
                <a:lnTo>
                  <a:pt x="687357" y="1157081"/>
                </a:lnTo>
                <a:lnTo>
                  <a:pt x="647675" y="1123963"/>
                </a:lnTo>
                <a:lnTo>
                  <a:pt x="608562" y="1090182"/>
                </a:lnTo>
                <a:lnTo>
                  <a:pt x="570057" y="1055734"/>
                </a:lnTo>
                <a:lnTo>
                  <a:pt x="532202" y="1020614"/>
                </a:lnTo>
                <a:lnTo>
                  <a:pt x="495038" y="984819"/>
                </a:lnTo>
                <a:lnTo>
                  <a:pt x="458607" y="948345"/>
                </a:lnTo>
                <a:lnTo>
                  <a:pt x="422949" y="911186"/>
                </a:lnTo>
                <a:lnTo>
                  <a:pt x="388105" y="873338"/>
                </a:lnTo>
                <a:lnTo>
                  <a:pt x="354116" y="834799"/>
                </a:lnTo>
                <a:lnTo>
                  <a:pt x="321023" y="795562"/>
                </a:lnTo>
                <a:lnTo>
                  <a:pt x="289821" y="756698"/>
                </a:lnTo>
                <a:lnTo>
                  <a:pt x="259612" y="716929"/>
                </a:lnTo>
                <a:lnTo>
                  <a:pt x="230505" y="676279"/>
                </a:lnTo>
                <a:lnTo>
                  <a:pt x="202609" y="634772"/>
                </a:lnTo>
                <a:lnTo>
                  <a:pt x="176034" y="592432"/>
                </a:lnTo>
                <a:lnTo>
                  <a:pt x="150890" y="549284"/>
                </a:lnTo>
                <a:lnTo>
                  <a:pt x="127285" y="505351"/>
                </a:lnTo>
                <a:lnTo>
                  <a:pt x="105329" y="460658"/>
                </a:lnTo>
                <a:lnTo>
                  <a:pt x="85132" y="415228"/>
                </a:lnTo>
                <a:lnTo>
                  <a:pt x="66804" y="369087"/>
                </a:lnTo>
                <a:lnTo>
                  <a:pt x="50452" y="322257"/>
                </a:lnTo>
                <a:lnTo>
                  <a:pt x="36188" y="274763"/>
                </a:lnTo>
                <a:lnTo>
                  <a:pt x="24120" y="226629"/>
                </a:lnTo>
                <a:lnTo>
                  <a:pt x="14358" y="177880"/>
                </a:lnTo>
                <a:lnTo>
                  <a:pt x="7010" y="128539"/>
                </a:lnTo>
                <a:lnTo>
                  <a:pt x="2188" y="78630"/>
                </a:lnTo>
                <a:lnTo>
                  <a:pt x="0" y="28178"/>
                </a:lnTo>
                <a:lnTo>
                  <a:pt x="9492" y="0"/>
                </a:lnTo>
                <a:lnTo>
                  <a:pt x="31429" y="2603"/>
                </a:lnTo>
                <a:lnTo>
                  <a:pt x="53689" y="24776"/>
                </a:lnTo>
                <a:lnTo>
                  <a:pt x="64154" y="55307"/>
                </a:lnTo>
                <a:lnTo>
                  <a:pt x="66424" y="104572"/>
                </a:lnTo>
                <a:lnTo>
                  <a:pt x="71527" y="153116"/>
                </a:lnTo>
                <a:lnTo>
                  <a:pt x="79331" y="200930"/>
                </a:lnTo>
                <a:lnTo>
                  <a:pt x="89704" y="248005"/>
                </a:lnTo>
                <a:lnTo>
                  <a:pt x="102514" y="294333"/>
                </a:lnTo>
                <a:lnTo>
                  <a:pt x="117629" y="339905"/>
                </a:lnTo>
                <a:lnTo>
                  <a:pt x="134917" y="384712"/>
                </a:lnTo>
                <a:lnTo>
                  <a:pt x="154246" y="428746"/>
                </a:lnTo>
                <a:lnTo>
                  <a:pt x="175485" y="471997"/>
                </a:lnTo>
                <a:lnTo>
                  <a:pt x="198502" y="514459"/>
                </a:lnTo>
                <a:lnTo>
                  <a:pt x="223164" y="556121"/>
                </a:lnTo>
                <a:lnTo>
                  <a:pt x="249339" y="596974"/>
                </a:lnTo>
                <a:lnTo>
                  <a:pt x="276897" y="637012"/>
                </a:lnTo>
                <a:lnTo>
                  <a:pt x="305704" y="676224"/>
                </a:lnTo>
                <a:lnTo>
                  <a:pt x="335630" y="714602"/>
                </a:lnTo>
                <a:lnTo>
                  <a:pt x="366541" y="752137"/>
                </a:lnTo>
                <a:lnTo>
                  <a:pt x="398307" y="788821"/>
                </a:lnTo>
                <a:lnTo>
                  <a:pt x="430795" y="824646"/>
                </a:lnTo>
                <a:lnTo>
                  <a:pt x="463873" y="859601"/>
                </a:lnTo>
                <a:lnTo>
                  <a:pt x="498553" y="894896"/>
                </a:lnTo>
                <a:lnTo>
                  <a:pt x="533835" y="929606"/>
                </a:lnTo>
                <a:lnTo>
                  <a:pt x="569705" y="963729"/>
                </a:lnTo>
                <a:lnTo>
                  <a:pt x="606148" y="997263"/>
                </a:lnTo>
                <a:lnTo>
                  <a:pt x="643151" y="1030207"/>
                </a:lnTo>
                <a:lnTo>
                  <a:pt x="680699" y="1062558"/>
                </a:lnTo>
                <a:lnTo>
                  <a:pt x="718778" y="1094314"/>
                </a:lnTo>
                <a:lnTo>
                  <a:pt x="757373" y="1125475"/>
                </a:lnTo>
                <a:lnTo>
                  <a:pt x="796471" y="1156037"/>
                </a:lnTo>
                <a:lnTo>
                  <a:pt x="836055" y="1185998"/>
                </a:lnTo>
                <a:lnTo>
                  <a:pt x="876114" y="1215358"/>
                </a:lnTo>
                <a:lnTo>
                  <a:pt x="916631" y="1244113"/>
                </a:lnTo>
                <a:lnTo>
                  <a:pt x="957593" y="1272263"/>
                </a:lnTo>
                <a:lnTo>
                  <a:pt x="998985" y="1299804"/>
                </a:lnTo>
                <a:lnTo>
                  <a:pt x="1040794" y="1326736"/>
                </a:lnTo>
                <a:lnTo>
                  <a:pt x="1083004" y="1353056"/>
                </a:lnTo>
                <a:lnTo>
                  <a:pt x="1125601" y="1378763"/>
                </a:lnTo>
                <a:lnTo>
                  <a:pt x="1168571" y="1403853"/>
                </a:lnTo>
                <a:lnTo>
                  <a:pt x="1211900" y="1428327"/>
                </a:lnTo>
                <a:lnTo>
                  <a:pt x="1255574" y="1452181"/>
                </a:lnTo>
                <a:lnTo>
                  <a:pt x="1299577" y="1475414"/>
                </a:lnTo>
                <a:lnTo>
                  <a:pt x="1343896" y="1498023"/>
                </a:lnTo>
                <a:lnTo>
                  <a:pt x="1388516" y="1520007"/>
                </a:lnTo>
                <a:lnTo>
                  <a:pt x="1433423" y="1541365"/>
                </a:lnTo>
                <a:lnTo>
                  <a:pt x="1478603" y="1562093"/>
                </a:lnTo>
                <a:lnTo>
                  <a:pt x="1524041" y="1582190"/>
                </a:lnTo>
                <a:lnTo>
                  <a:pt x="1569723" y="1601655"/>
                </a:lnTo>
                <a:lnTo>
                  <a:pt x="1615634" y="1620485"/>
                </a:lnTo>
                <a:lnTo>
                  <a:pt x="1661761" y="1638678"/>
                </a:lnTo>
                <a:lnTo>
                  <a:pt x="1708089" y="1656233"/>
                </a:lnTo>
                <a:lnTo>
                  <a:pt x="1754603" y="1673147"/>
                </a:lnTo>
                <a:lnTo>
                  <a:pt x="1801290" y="1689419"/>
                </a:lnTo>
                <a:lnTo>
                  <a:pt x="1848134" y="1705046"/>
                </a:lnTo>
                <a:lnTo>
                  <a:pt x="1895122" y="1720027"/>
                </a:lnTo>
                <a:lnTo>
                  <a:pt x="1943169" y="1734635"/>
                </a:lnTo>
                <a:lnTo>
                  <a:pt x="1991422" y="1748567"/>
                </a:lnTo>
                <a:lnTo>
                  <a:pt x="2039873" y="1761820"/>
                </a:lnTo>
                <a:lnTo>
                  <a:pt x="2088510" y="1774392"/>
                </a:lnTo>
                <a:lnTo>
                  <a:pt x="2137324" y="1786282"/>
                </a:lnTo>
                <a:lnTo>
                  <a:pt x="2186304" y="1797485"/>
                </a:lnTo>
                <a:lnTo>
                  <a:pt x="2235440" y="1808001"/>
                </a:lnTo>
                <a:lnTo>
                  <a:pt x="2284722" y="1817826"/>
                </a:lnTo>
                <a:lnTo>
                  <a:pt x="2334140" y="1826958"/>
                </a:lnTo>
                <a:lnTo>
                  <a:pt x="2383683" y="1835395"/>
                </a:lnTo>
                <a:lnTo>
                  <a:pt x="2433341" y="1843134"/>
                </a:lnTo>
                <a:lnTo>
                  <a:pt x="2483103" y="1850174"/>
                </a:lnTo>
                <a:lnTo>
                  <a:pt x="2532960" y="1856510"/>
                </a:lnTo>
                <a:lnTo>
                  <a:pt x="2582901" y="1862142"/>
                </a:lnTo>
                <a:lnTo>
                  <a:pt x="2632917" y="1867066"/>
                </a:lnTo>
                <a:lnTo>
                  <a:pt x="2682996" y="1871281"/>
                </a:lnTo>
                <a:lnTo>
                  <a:pt x="2733128" y="1874783"/>
                </a:lnTo>
                <a:lnTo>
                  <a:pt x="2783303" y="1877571"/>
                </a:lnTo>
                <a:lnTo>
                  <a:pt x="2833512" y="1879642"/>
                </a:lnTo>
                <a:lnTo>
                  <a:pt x="2883743" y="1880994"/>
                </a:lnTo>
                <a:lnTo>
                  <a:pt x="2933986" y="1881624"/>
                </a:lnTo>
                <a:lnTo>
                  <a:pt x="2984232" y="1881530"/>
                </a:lnTo>
                <a:lnTo>
                  <a:pt x="3034469" y="1880709"/>
                </a:lnTo>
                <a:lnTo>
                  <a:pt x="3084688" y="1879159"/>
                </a:lnTo>
                <a:lnTo>
                  <a:pt x="3134878" y="1876877"/>
                </a:lnTo>
                <a:lnTo>
                  <a:pt x="3185030" y="1873862"/>
                </a:lnTo>
                <a:lnTo>
                  <a:pt x="3235132" y="1870111"/>
                </a:lnTo>
                <a:lnTo>
                  <a:pt x="3285175" y="1865620"/>
                </a:lnTo>
                <a:lnTo>
                  <a:pt x="3335148" y="1860389"/>
                </a:lnTo>
                <a:lnTo>
                  <a:pt x="3385041" y="1854414"/>
                </a:lnTo>
                <a:lnTo>
                  <a:pt x="3434844" y="1847694"/>
                </a:lnTo>
                <a:lnTo>
                  <a:pt x="3484546" y="1840225"/>
                </a:lnTo>
                <a:lnTo>
                  <a:pt x="3443395" y="1808351"/>
                </a:lnTo>
                <a:lnTo>
                  <a:pt x="3403023" y="1775575"/>
                </a:lnTo>
                <a:lnTo>
                  <a:pt x="3363439" y="1741911"/>
                </a:lnTo>
                <a:lnTo>
                  <a:pt x="3324650" y="1707376"/>
                </a:lnTo>
                <a:lnTo>
                  <a:pt x="3286664" y="1671983"/>
                </a:lnTo>
                <a:lnTo>
                  <a:pt x="3249489" y="1635748"/>
                </a:lnTo>
                <a:lnTo>
                  <a:pt x="3213133" y="1598686"/>
                </a:lnTo>
                <a:lnTo>
                  <a:pt x="3177603" y="1560813"/>
                </a:lnTo>
                <a:lnTo>
                  <a:pt x="3142908" y="1522143"/>
                </a:lnTo>
                <a:lnTo>
                  <a:pt x="3109055" y="1482691"/>
                </a:lnTo>
                <a:lnTo>
                  <a:pt x="3076052" y="1442474"/>
                </a:lnTo>
                <a:lnTo>
                  <a:pt x="3043906" y="1401505"/>
                </a:lnTo>
                <a:lnTo>
                  <a:pt x="3012626" y="1359800"/>
                </a:lnTo>
                <a:lnTo>
                  <a:pt x="2982220" y="1317374"/>
                </a:lnTo>
                <a:lnTo>
                  <a:pt x="2971615" y="1285792"/>
                </a:lnTo>
                <a:lnTo>
                  <a:pt x="2979072" y="1260353"/>
                </a:lnTo>
                <a:lnTo>
                  <a:pt x="2998756" y="1252387"/>
                </a:lnTo>
                <a:lnTo>
                  <a:pt x="3024828" y="1273223"/>
                </a:lnTo>
                <a:lnTo>
                  <a:pt x="3054134" y="1314031"/>
                </a:lnTo>
                <a:lnTo>
                  <a:pt x="3084366" y="1354094"/>
                </a:lnTo>
                <a:lnTo>
                  <a:pt x="3115504" y="1393404"/>
                </a:lnTo>
                <a:lnTo>
                  <a:pt x="3147531" y="1431949"/>
                </a:lnTo>
                <a:lnTo>
                  <a:pt x="3180429" y="1469720"/>
                </a:lnTo>
                <a:lnTo>
                  <a:pt x="3214179" y="1506708"/>
                </a:lnTo>
                <a:lnTo>
                  <a:pt x="3248763" y="1542902"/>
                </a:lnTo>
                <a:lnTo>
                  <a:pt x="3284164" y="1578293"/>
                </a:lnTo>
                <a:lnTo>
                  <a:pt x="3320363" y="1612870"/>
                </a:lnTo>
                <a:lnTo>
                  <a:pt x="3357341" y="1646624"/>
                </a:lnTo>
                <a:lnTo>
                  <a:pt x="3395082" y="1679545"/>
                </a:lnTo>
                <a:lnTo>
                  <a:pt x="3433566" y="1711623"/>
                </a:lnTo>
                <a:lnTo>
                  <a:pt x="3472776" y="1742849"/>
                </a:lnTo>
                <a:lnTo>
                  <a:pt x="3512693" y="1773212"/>
                </a:lnTo>
                <a:lnTo>
                  <a:pt x="3553299" y="1802702"/>
                </a:lnTo>
                <a:lnTo>
                  <a:pt x="3594577" y="1831310"/>
                </a:lnTo>
                <a:lnTo>
                  <a:pt x="3606709" y="1846191"/>
                </a:lnTo>
                <a:lnTo>
                  <a:pt x="3617384" y="1870208"/>
                </a:lnTo>
                <a:lnTo>
                  <a:pt x="3621216" y="1895064"/>
                </a:lnTo>
                <a:lnTo>
                  <a:pt x="3612822" y="1912462"/>
                </a:lnTo>
                <a:lnTo>
                  <a:pt x="3611694" y="1916609"/>
                </a:lnTo>
                <a:lnTo>
                  <a:pt x="3609790" y="1920354"/>
                </a:lnTo>
                <a:lnTo>
                  <a:pt x="3573939" y="1960412"/>
                </a:lnTo>
                <a:lnTo>
                  <a:pt x="3541550" y="1997963"/>
                </a:lnTo>
                <a:lnTo>
                  <a:pt x="3509855" y="2036047"/>
                </a:lnTo>
                <a:lnTo>
                  <a:pt x="3478862" y="2074656"/>
                </a:lnTo>
                <a:lnTo>
                  <a:pt x="3448574" y="2113780"/>
                </a:lnTo>
                <a:lnTo>
                  <a:pt x="3418998" y="2153411"/>
                </a:lnTo>
                <a:lnTo>
                  <a:pt x="3390137" y="2193540"/>
                </a:lnTo>
                <a:lnTo>
                  <a:pt x="3361999" y="2234156"/>
                </a:lnTo>
                <a:lnTo>
                  <a:pt x="3334587" y="2275252"/>
                </a:lnTo>
                <a:lnTo>
                  <a:pt x="3307907" y="2316819"/>
                </a:lnTo>
                <a:lnTo>
                  <a:pt x="3281964" y="2358846"/>
                </a:lnTo>
                <a:lnTo>
                  <a:pt x="3256764" y="2401327"/>
                </a:lnTo>
                <a:lnTo>
                  <a:pt x="3232312" y="2444250"/>
                </a:lnTo>
                <a:lnTo>
                  <a:pt x="3208613" y="2487607"/>
                </a:lnTo>
                <a:lnTo>
                  <a:pt x="3185672" y="2531390"/>
                </a:lnTo>
                <a:lnTo>
                  <a:pt x="3163494" y="2575589"/>
                </a:lnTo>
                <a:lnTo>
                  <a:pt x="3142086" y="2620195"/>
                </a:lnTo>
                <a:lnTo>
                  <a:pt x="3121451" y="2665199"/>
                </a:lnTo>
                <a:lnTo>
                  <a:pt x="3101595" y="2710592"/>
                </a:lnTo>
                <a:lnTo>
                  <a:pt x="3082525" y="2756365"/>
                </a:lnTo>
                <a:lnTo>
                  <a:pt x="3064243" y="2802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2440" y="4665642"/>
            <a:ext cx="2838450" cy="1129665"/>
          </a:xfrm>
          <a:custGeom>
            <a:avLst/>
            <a:gdLst/>
            <a:ahLst/>
            <a:cxnLst/>
            <a:rect l="l" t="t" r="r" b="b"/>
            <a:pathLst>
              <a:path w="2838450" h="1129664">
                <a:moveTo>
                  <a:pt x="2599694" y="1129385"/>
                </a:moveTo>
                <a:lnTo>
                  <a:pt x="2584794" y="1092230"/>
                </a:lnTo>
                <a:lnTo>
                  <a:pt x="2564201" y="1058296"/>
                </a:lnTo>
                <a:lnTo>
                  <a:pt x="2527669" y="1022804"/>
                </a:lnTo>
                <a:lnTo>
                  <a:pt x="2484234" y="1002462"/>
                </a:lnTo>
                <a:lnTo>
                  <a:pt x="2436173" y="997383"/>
                </a:lnTo>
                <a:lnTo>
                  <a:pt x="2385767" y="1007682"/>
                </a:lnTo>
                <a:lnTo>
                  <a:pt x="2360014" y="929989"/>
                </a:lnTo>
                <a:lnTo>
                  <a:pt x="2404195" y="918758"/>
                </a:lnTo>
                <a:lnTo>
                  <a:pt x="2449229" y="915450"/>
                </a:lnTo>
                <a:lnTo>
                  <a:pt x="2493701" y="920393"/>
                </a:lnTo>
                <a:lnTo>
                  <a:pt x="2536197" y="933916"/>
                </a:lnTo>
                <a:lnTo>
                  <a:pt x="2575300" y="956344"/>
                </a:lnTo>
                <a:lnTo>
                  <a:pt x="2560627" y="906183"/>
                </a:lnTo>
                <a:lnTo>
                  <a:pt x="2541748" y="855628"/>
                </a:lnTo>
                <a:lnTo>
                  <a:pt x="2519259" y="805376"/>
                </a:lnTo>
                <a:lnTo>
                  <a:pt x="2493754" y="756123"/>
                </a:lnTo>
                <a:lnTo>
                  <a:pt x="2465828" y="708565"/>
                </a:lnTo>
                <a:lnTo>
                  <a:pt x="2443024" y="674475"/>
                </a:lnTo>
                <a:lnTo>
                  <a:pt x="2406601" y="624470"/>
                </a:lnTo>
                <a:lnTo>
                  <a:pt x="2367775" y="576867"/>
                </a:lnTo>
                <a:lnTo>
                  <a:pt x="2340220" y="546375"/>
                </a:lnTo>
                <a:lnTo>
                  <a:pt x="2289786" y="494570"/>
                </a:lnTo>
                <a:lnTo>
                  <a:pt x="2257935" y="465182"/>
                </a:lnTo>
                <a:lnTo>
                  <a:pt x="2224315" y="435957"/>
                </a:lnTo>
                <a:lnTo>
                  <a:pt x="2189915" y="407730"/>
                </a:lnTo>
                <a:lnTo>
                  <a:pt x="2155721" y="381336"/>
                </a:lnTo>
                <a:lnTo>
                  <a:pt x="2105053" y="345415"/>
                </a:lnTo>
                <a:lnTo>
                  <a:pt x="2052910" y="311712"/>
                </a:lnTo>
                <a:lnTo>
                  <a:pt x="1999345" y="280215"/>
                </a:lnTo>
                <a:lnTo>
                  <a:pt x="1944525" y="250964"/>
                </a:lnTo>
                <a:lnTo>
                  <a:pt x="1898673" y="228912"/>
                </a:lnTo>
                <a:lnTo>
                  <a:pt x="1850985" y="207627"/>
                </a:lnTo>
                <a:lnTo>
                  <a:pt x="1802720" y="187850"/>
                </a:lnTo>
                <a:lnTo>
                  <a:pt x="1755141" y="170326"/>
                </a:lnTo>
                <a:lnTo>
                  <a:pt x="1710958" y="155594"/>
                </a:lnTo>
                <a:lnTo>
                  <a:pt x="1665533" y="142020"/>
                </a:lnTo>
                <a:lnTo>
                  <a:pt x="1619795" y="129705"/>
                </a:lnTo>
                <a:lnTo>
                  <a:pt x="1574674" y="118746"/>
                </a:lnTo>
                <a:lnTo>
                  <a:pt x="1508417" y="105930"/>
                </a:lnTo>
                <a:lnTo>
                  <a:pt x="1442018" y="95258"/>
                </a:lnTo>
                <a:lnTo>
                  <a:pt x="1374917" y="88169"/>
                </a:lnTo>
                <a:lnTo>
                  <a:pt x="1307455" y="83224"/>
                </a:lnTo>
                <a:lnTo>
                  <a:pt x="1268202" y="82035"/>
                </a:lnTo>
                <a:lnTo>
                  <a:pt x="1224742" y="81886"/>
                </a:lnTo>
                <a:lnTo>
                  <a:pt x="1181173" y="82471"/>
                </a:lnTo>
                <a:lnTo>
                  <a:pt x="1141591" y="83484"/>
                </a:lnTo>
                <a:lnTo>
                  <a:pt x="1090746" y="86866"/>
                </a:lnTo>
                <a:lnTo>
                  <a:pt x="1037380" y="91284"/>
                </a:lnTo>
                <a:lnTo>
                  <a:pt x="984292" y="96947"/>
                </a:lnTo>
                <a:lnTo>
                  <a:pt x="934282" y="104067"/>
                </a:lnTo>
                <a:lnTo>
                  <a:pt x="895002" y="110364"/>
                </a:lnTo>
                <a:lnTo>
                  <a:pt x="854939" y="117750"/>
                </a:lnTo>
                <a:lnTo>
                  <a:pt x="813808" y="126280"/>
                </a:lnTo>
                <a:lnTo>
                  <a:pt x="771322" y="136010"/>
                </a:lnTo>
                <a:lnTo>
                  <a:pt x="710680" y="151985"/>
                </a:lnTo>
                <a:lnTo>
                  <a:pt x="650811" y="170039"/>
                </a:lnTo>
                <a:lnTo>
                  <a:pt x="592572" y="189689"/>
                </a:lnTo>
                <a:lnTo>
                  <a:pt x="535396" y="211491"/>
                </a:lnTo>
                <a:lnTo>
                  <a:pt x="475851" y="236744"/>
                </a:lnTo>
                <a:lnTo>
                  <a:pt x="402194" y="272445"/>
                </a:lnTo>
                <a:lnTo>
                  <a:pt x="352422" y="300041"/>
                </a:lnTo>
                <a:lnTo>
                  <a:pt x="304094" y="329139"/>
                </a:lnTo>
                <a:lnTo>
                  <a:pt x="256983" y="360095"/>
                </a:lnTo>
                <a:lnTo>
                  <a:pt x="210863" y="393269"/>
                </a:lnTo>
                <a:lnTo>
                  <a:pt x="177384" y="420354"/>
                </a:lnTo>
                <a:lnTo>
                  <a:pt x="146643" y="446291"/>
                </a:lnTo>
                <a:lnTo>
                  <a:pt x="116452" y="474448"/>
                </a:lnTo>
                <a:lnTo>
                  <a:pt x="87171" y="503825"/>
                </a:lnTo>
                <a:lnTo>
                  <a:pt x="59158" y="533422"/>
                </a:lnTo>
                <a:lnTo>
                  <a:pt x="0" y="476999"/>
                </a:lnTo>
                <a:lnTo>
                  <a:pt x="14804" y="461443"/>
                </a:lnTo>
                <a:lnTo>
                  <a:pt x="30419" y="444771"/>
                </a:lnTo>
                <a:lnTo>
                  <a:pt x="46279" y="428330"/>
                </a:lnTo>
                <a:lnTo>
                  <a:pt x="93746" y="384052"/>
                </a:lnTo>
                <a:lnTo>
                  <a:pt x="161132" y="328330"/>
                </a:lnTo>
                <a:lnTo>
                  <a:pt x="213169" y="290855"/>
                </a:lnTo>
                <a:lnTo>
                  <a:pt x="251196" y="265724"/>
                </a:lnTo>
                <a:lnTo>
                  <a:pt x="292897" y="239794"/>
                </a:lnTo>
                <a:lnTo>
                  <a:pt x="365498" y="199298"/>
                </a:lnTo>
                <a:lnTo>
                  <a:pt x="427597" y="169037"/>
                </a:lnTo>
                <a:lnTo>
                  <a:pt x="502420" y="136584"/>
                </a:lnTo>
                <a:lnTo>
                  <a:pt x="542953" y="120817"/>
                </a:lnTo>
                <a:lnTo>
                  <a:pt x="583930" y="105900"/>
                </a:lnTo>
                <a:lnTo>
                  <a:pt x="625226" y="92195"/>
                </a:lnTo>
                <a:lnTo>
                  <a:pt x="646795" y="85594"/>
                </a:lnTo>
                <a:lnTo>
                  <a:pt x="666822" y="79327"/>
                </a:lnTo>
                <a:lnTo>
                  <a:pt x="709270" y="67459"/>
                </a:lnTo>
                <a:lnTo>
                  <a:pt x="751993" y="56459"/>
                </a:lnTo>
                <a:lnTo>
                  <a:pt x="796149" y="46342"/>
                </a:lnTo>
                <a:lnTo>
                  <a:pt x="838948" y="37460"/>
                </a:lnTo>
                <a:lnTo>
                  <a:pt x="880686" y="29756"/>
                </a:lnTo>
                <a:lnTo>
                  <a:pt x="921657" y="23169"/>
                </a:lnTo>
                <a:lnTo>
                  <a:pt x="974564" y="15644"/>
                </a:lnTo>
                <a:lnTo>
                  <a:pt x="1029896" y="9744"/>
                </a:lnTo>
                <a:lnTo>
                  <a:pt x="1085406" y="5177"/>
                </a:lnTo>
                <a:lnTo>
                  <a:pt x="1138847" y="1654"/>
                </a:lnTo>
                <a:lnTo>
                  <a:pt x="1180495" y="595"/>
                </a:lnTo>
                <a:lnTo>
                  <a:pt x="1225644" y="0"/>
                </a:lnTo>
                <a:lnTo>
                  <a:pt x="1270635" y="183"/>
                </a:lnTo>
                <a:lnTo>
                  <a:pt x="1311807" y="1462"/>
                </a:lnTo>
                <a:lnTo>
                  <a:pt x="1382892" y="6683"/>
                </a:lnTo>
                <a:lnTo>
                  <a:pt x="1453658" y="14207"/>
                </a:lnTo>
                <a:lnTo>
                  <a:pt x="1523394" y="25449"/>
                </a:lnTo>
                <a:lnTo>
                  <a:pt x="1593038" y="38968"/>
                </a:lnTo>
                <a:lnTo>
                  <a:pt x="1639876" y="50346"/>
                </a:lnTo>
                <a:lnTo>
                  <a:pt x="1687510" y="63163"/>
                </a:lnTo>
                <a:lnTo>
                  <a:pt x="1734651" y="77226"/>
                </a:lnTo>
                <a:lnTo>
                  <a:pt x="1780004" y="92340"/>
                </a:lnTo>
                <a:lnTo>
                  <a:pt x="1831003" y="111018"/>
                </a:lnTo>
                <a:lnTo>
                  <a:pt x="1882380" y="132033"/>
                </a:lnTo>
                <a:lnTo>
                  <a:pt x="1933103" y="154687"/>
                </a:lnTo>
                <a:lnTo>
                  <a:pt x="1982138" y="178282"/>
                </a:lnTo>
                <a:lnTo>
                  <a:pt x="2039922" y="209159"/>
                </a:lnTo>
                <a:lnTo>
                  <a:pt x="2096390" y="242408"/>
                </a:lnTo>
                <a:lnTo>
                  <a:pt x="2151410" y="278009"/>
                </a:lnTo>
                <a:lnTo>
                  <a:pt x="2204889" y="315963"/>
                </a:lnTo>
                <a:lnTo>
                  <a:pt x="2241345" y="344120"/>
                </a:lnTo>
                <a:lnTo>
                  <a:pt x="2277710" y="374003"/>
                </a:lnTo>
                <a:lnTo>
                  <a:pt x="2313205" y="404924"/>
                </a:lnTo>
                <a:lnTo>
                  <a:pt x="2347046" y="436200"/>
                </a:lnTo>
                <a:lnTo>
                  <a:pt x="2384830" y="474303"/>
                </a:lnTo>
                <a:lnTo>
                  <a:pt x="2430291" y="524194"/>
                </a:lnTo>
                <a:lnTo>
                  <a:pt x="2457723" y="557502"/>
                </a:lnTo>
                <a:lnTo>
                  <a:pt x="2497663" y="609917"/>
                </a:lnTo>
                <a:lnTo>
                  <a:pt x="2535388" y="665687"/>
                </a:lnTo>
                <a:lnTo>
                  <a:pt x="2561026" y="708991"/>
                </a:lnTo>
                <a:lnTo>
                  <a:pt x="2584955" y="753917"/>
                </a:lnTo>
                <a:lnTo>
                  <a:pt x="2606759" y="799957"/>
                </a:lnTo>
                <a:lnTo>
                  <a:pt x="2626024" y="846605"/>
                </a:lnTo>
                <a:lnTo>
                  <a:pt x="2642333" y="893354"/>
                </a:lnTo>
                <a:lnTo>
                  <a:pt x="2655274" y="939697"/>
                </a:lnTo>
                <a:lnTo>
                  <a:pt x="2677119" y="897664"/>
                </a:lnTo>
                <a:lnTo>
                  <a:pt x="2703393" y="859168"/>
                </a:lnTo>
                <a:lnTo>
                  <a:pt x="2734458" y="825608"/>
                </a:lnTo>
                <a:lnTo>
                  <a:pt x="2770675" y="798382"/>
                </a:lnTo>
                <a:lnTo>
                  <a:pt x="2812407" y="778888"/>
                </a:lnTo>
                <a:lnTo>
                  <a:pt x="2838184" y="856581"/>
                </a:lnTo>
                <a:lnTo>
                  <a:pt x="2799068" y="878215"/>
                </a:lnTo>
                <a:lnTo>
                  <a:pt x="2767691" y="909231"/>
                </a:lnTo>
                <a:lnTo>
                  <a:pt x="2742589" y="947372"/>
                </a:lnTo>
                <a:lnTo>
                  <a:pt x="2722299" y="990385"/>
                </a:lnTo>
                <a:lnTo>
                  <a:pt x="2704791" y="1037660"/>
                </a:lnTo>
                <a:lnTo>
                  <a:pt x="2686639" y="1096090"/>
                </a:lnTo>
                <a:lnTo>
                  <a:pt x="2682088" y="1111272"/>
                </a:lnTo>
                <a:lnTo>
                  <a:pt x="2677902" y="1126640"/>
                </a:lnTo>
                <a:lnTo>
                  <a:pt x="2599694" y="11293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1859" y="1792079"/>
            <a:ext cx="5057774" cy="74866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92514" y="6073556"/>
            <a:ext cx="1605280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spc="-10" dirty="0">
                <a:latin typeface="Verdana"/>
                <a:cs typeface="Verdana"/>
              </a:rPr>
              <a:t>Drones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98875" y="3749157"/>
            <a:ext cx="3940810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10" dirty="0">
                <a:latin typeface="Verdana"/>
                <a:cs typeface="Verdana"/>
              </a:rPr>
              <a:t>Disaster</a:t>
            </a:r>
            <a:r>
              <a:rPr sz="3600" spc="-310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imagery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9590" y="6681123"/>
            <a:ext cx="3902710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spc="60" dirty="0">
                <a:latin typeface="Verdana"/>
                <a:cs typeface="Verdana"/>
              </a:rPr>
              <a:t>GPS</a:t>
            </a:r>
            <a:r>
              <a:rPr sz="3800" spc="-330" dirty="0">
                <a:latin typeface="Verdana"/>
                <a:cs typeface="Verdana"/>
              </a:rPr>
              <a:t> </a:t>
            </a:r>
            <a:r>
              <a:rPr sz="3800" spc="40" dirty="0">
                <a:latin typeface="Verdana"/>
                <a:cs typeface="Verdana"/>
              </a:rPr>
              <a:t>Coordinate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3099" y="9495014"/>
            <a:ext cx="4603115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120" dirty="0">
                <a:latin typeface="Verdana"/>
                <a:cs typeface="Verdana"/>
              </a:rPr>
              <a:t>Height</a:t>
            </a:r>
            <a:r>
              <a:rPr sz="3700" spc="-305" dirty="0">
                <a:latin typeface="Verdana"/>
                <a:cs typeface="Verdana"/>
              </a:rPr>
              <a:t> </a:t>
            </a:r>
            <a:r>
              <a:rPr sz="3700" spc="45" dirty="0">
                <a:latin typeface="Verdana"/>
                <a:cs typeface="Verdana"/>
              </a:rPr>
              <a:t>information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49369" y="6474832"/>
            <a:ext cx="608076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300" spc="135" dirty="0">
                <a:latin typeface="Verdana"/>
                <a:cs typeface="Verdana"/>
              </a:rPr>
              <a:t>DEEPRESCUE</a:t>
            </a:r>
            <a:r>
              <a:rPr sz="4300" spc="-345" dirty="0">
                <a:latin typeface="Verdana"/>
                <a:cs typeface="Verdana"/>
              </a:rPr>
              <a:t> </a:t>
            </a:r>
            <a:r>
              <a:rPr sz="4300" spc="-10" dirty="0">
                <a:latin typeface="Verdana"/>
                <a:cs typeface="Verdana"/>
              </a:rPr>
              <a:t>System</a:t>
            </a:r>
            <a:endParaRPr sz="43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683072" y="174906"/>
            <a:ext cx="5215255" cy="899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00" spc="160" dirty="0"/>
              <a:t>Solution</a:t>
            </a:r>
            <a:r>
              <a:rPr sz="5700" spc="-65" dirty="0"/>
              <a:t> </a:t>
            </a:r>
            <a:r>
              <a:rPr sz="5700" spc="-165" dirty="0"/>
              <a:t>model..</a:t>
            </a:r>
            <a:endParaRPr sz="5700"/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9001"/>
            <a:ext cx="7556345" cy="7191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3874" y="2045940"/>
            <a:ext cx="17381220" cy="6019800"/>
            <a:chOff x="523874" y="2045940"/>
            <a:chExt cx="17381220" cy="6019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4" y="2135797"/>
              <a:ext cx="180975" cy="1809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4" y="3697897"/>
              <a:ext cx="180975" cy="1809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4" y="6822097"/>
              <a:ext cx="180975" cy="1809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4" y="7603147"/>
              <a:ext cx="180975" cy="1809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9032" y="2045940"/>
              <a:ext cx="6505574" cy="60197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50" dirty="0"/>
              <a:t>TECH</a:t>
            </a:r>
            <a:r>
              <a:rPr spc="-70" dirty="0"/>
              <a:t> </a:t>
            </a:r>
            <a:r>
              <a:rPr spc="-465" dirty="0"/>
              <a:t>STACKS</a:t>
            </a:r>
            <a:r>
              <a:rPr spc="-70" dirty="0"/>
              <a:t> </a:t>
            </a:r>
            <a:r>
              <a:rPr spc="-760" dirty="0"/>
              <a:t>....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1399012" cy="10286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44264" y="1730858"/>
            <a:ext cx="17238345" cy="8225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132955">
              <a:lnSpc>
                <a:spcPct val="116500"/>
              </a:lnSpc>
              <a:spcBef>
                <a:spcPts val="90"/>
              </a:spcBef>
            </a:pPr>
            <a:r>
              <a:rPr sz="4400" spc="60" dirty="0">
                <a:latin typeface="Verdana"/>
                <a:cs typeface="Verdana"/>
              </a:rPr>
              <a:t>Data</a:t>
            </a:r>
            <a:r>
              <a:rPr sz="4400" spc="-325" dirty="0">
                <a:latin typeface="Verdana"/>
                <a:cs typeface="Verdana"/>
              </a:rPr>
              <a:t> </a:t>
            </a:r>
            <a:r>
              <a:rPr sz="4400" spc="-150" dirty="0">
                <a:latin typeface="Verdana"/>
                <a:cs typeface="Verdana"/>
              </a:rPr>
              <a:t>Sources:</a:t>
            </a:r>
            <a:r>
              <a:rPr sz="4400" spc="-320" dirty="0">
                <a:latin typeface="Verdana"/>
                <a:cs typeface="Verdana"/>
              </a:rPr>
              <a:t> </a:t>
            </a:r>
            <a:r>
              <a:rPr sz="4400" spc="-30" dirty="0">
                <a:latin typeface="Verdana"/>
                <a:cs typeface="Verdana"/>
              </a:rPr>
              <a:t>Sentinel-</a:t>
            </a:r>
            <a:r>
              <a:rPr sz="4400" spc="-495" dirty="0">
                <a:latin typeface="Verdana"/>
                <a:cs typeface="Verdana"/>
              </a:rPr>
              <a:t>2,</a:t>
            </a:r>
            <a:r>
              <a:rPr sz="4400" spc="-325" dirty="0">
                <a:latin typeface="Verdana"/>
                <a:cs typeface="Verdana"/>
              </a:rPr>
              <a:t> </a:t>
            </a:r>
            <a:r>
              <a:rPr sz="4400" dirty="0">
                <a:latin typeface="Verdana"/>
                <a:cs typeface="Verdana"/>
              </a:rPr>
              <a:t>Landsat-</a:t>
            </a:r>
            <a:r>
              <a:rPr sz="4400" spc="-365" dirty="0">
                <a:latin typeface="Verdana"/>
                <a:cs typeface="Verdana"/>
              </a:rPr>
              <a:t>8, </a:t>
            </a:r>
            <a:r>
              <a:rPr sz="4400" spc="40" dirty="0">
                <a:latin typeface="Verdana"/>
                <a:cs typeface="Verdana"/>
              </a:rPr>
              <a:t>OpenAerialMap.</a:t>
            </a:r>
            <a:endParaRPr sz="4400">
              <a:latin typeface="Verdana"/>
              <a:cs typeface="Verdana"/>
            </a:endParaRPr>
          </a:p>
          <a:p>
            <a:pPr marL="12700" marR="7111365">
              <a:lnSpc>
                <a:spcPts val="6150"/>
              </a:lnSpc>
              <a:spcBef>
                <a:spcPts val="350"/>
              </a:spcBef>
            </a:pPr>
            <a:r>
              <a:rPr sz="4400" spc="-55" dirty="0">
                <a:latin typeface="Verdana"/>
                <a:cs typeface="Verdana"/>
              </a:rPr>
              <a:t>AI/ML</a:t>
            </a:r>
            <a:r>
              <a:rPr sz="4400" spc="-360" dirty="0">
                <a:latin typeface="Verdana"/>
                <a:cs typeface="Verdana"/>
              </a:rPr>
              <a:t> </a:t>
            </a:r>
            <a:r>
              <a:rPr sz="4400" spc="-65" dirty="0">
                <a:latin typeface="Verdana"/>
                <a:cs typeface="Verdana"/>
              </a:rPr>
              <a:t>Models:</a:t>
            </a:r>
            <a:r>
              <a:rPr sz="4400" spc="-360" dirty="0">
                <a:latin typeface="Verdana"/>
                <a:cs typeface="Verdana"/>
              </a:rPr>
              <a:t> </a:t>
            </a:r>
            <a:r>
              <a:rPr sz="4400" spc="220" dirty="0">
                <a:latin typeface="Verdana"/>
                <a:cs typeface="Verdana"/>
              </a:rPr>
              <a:t>CNN</a:t>
            </a:r>
            <a:r>
              <a:rPr sz="4400" spc="-360" dirty="0">
                <a:latin typeface="Verdana"/>
                <a:cs typeface="Verdana"/>
              </a:rPr>
              <a:t> </a:t>
            </a:r>
            <a:r>
              <a:rPr sz="4400" spc="-40" dirty="0">
                <a:latin typeface="Verdana"/>
                <a:cs typeface="Verdana"/>
              </a:rPr>
              <a:t>for</a:t>
            </a:r>
            <a:r>
              <a:rPr sz="4400" spc="-360" dirty="0">
                <a:latin typeface="Verdana"/>
                <a:cs typeface="Verdana"/>
              </a:rPr>
              <a:t> </a:t>
            </a:r>
            <a:r>
              <a:rPr sz="4400" spc="140" dirty="0">
                <a:latin typeface="Verdana"/>
                <a:cs typeface="Verdana"/>
              </a:rPr>
              <a:t>damage </a:t>
            </a:r>
            <a:r>
              <a:rPr sz="4400" spc="-60" dirty="0">
                <a:latin typeface="Verdana"/>
                <a:cs typeface="Verdana"/>
              </a:rPr>
              <a:t>assessment,</a:t>
            </a:r>
            <a:r>
              <a:rPr sz="4400" spc="-300" dirty="0">
                <a:latin typeface="Verdana"/>
                <a:cs typeface="Verdana"/>
              </a:rPr>
              <a:t> </a:t>
            </a:r>
            <a:r>
              <a:rPr sz="4400" dirty="0">
                <a:latin typeface="Verdana"/>
                <a:cs typeface="Verdana"/>
              </a:rPr>
              <a:t>YOLOv5</a:t>
            </a:r>
            <a:r>
              <a:rPr sz="4400" spc="-295" dirty="0">
                <a:latin typeface="Verdana"/>
                <a:cs typeface="Verdana"/>
              </a:rPr>
              <a:t> </a:t>
            </a:r>
            <a:r>
              <a:rPr sz="4400" spc="-40" dirty="0">
                <a:latin typeface="Verdana"/>
                <a:cs typeface="Verdana"/>
              </a:rPr>
              <a:t>for</a:t>
            </a:r>
            <a:r>
              <a:rPr sz="4400" spc="-300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object </a:t>
            </a:r>
            <a:r>
              <a:rPr sz="4400" dirty="0">
                <a:latin typeface="Verdana"/>
                <a:cs typeface="Verdana"/>
              </a:rPr>
              <a:t>detection,</a:t>
            </a:r>
            <a:r>
              <a:rPr sz="4400" spc="-350" dirty="0">
                <a:latin typeface="Verdana"/>
                <a:cs typeface="Verdana"/>
              </a:rPr>
              <a:t> </a:t>
            </a:r>
            <a:r>
              <a:rPr sz="4400" dirty="0">
                <a:latin typeface="Verdana"/>
                <a:cs typeface="Verdana"/>
              </a:rPr>
              <a:t>FLIR</a:t>
            </a:r>
            <a:r>
              <a:rPr sz="4400" spc="-345" dirty="0">
                <a:latin typeface="Verdana"/>
                <a:cs typeface="Verdana"/>
              </a:rPr>
              <a:t> </a:t>
            </a:r>
            <a:r>
              <a:rPr sz="4400" spc="70" dirty="0">
                <a:latin typeface="Verdana"/>
                <a:cs typeface="Verdana"/>
              </a:rPr>
              <a:t>thermal</a:t>
            </a:r>
            <a:r>
              <a:rPr sz="4400" spc="-345" dirty="0">
                <a:latin typeface="Verdana"/>
                <a:cs typeface="Verdana"/>
              </a:rPr>
              <a:t> </a:t>
            </a:r>
            <a:r>
              <a:rPr sz="4400" spc="160" dirty="0">
                <a:latin typeface="Verdana"/>
                <a:cs typeface="Verdana"/>
              </a:rPr>
              <a:t>imaging</a:t>
            </a:r>
            <a:r>
              <a:rPr sz="4400" spc="-345" dirty="0">
                <a:latin typeface="Verdana"/>
                <a:cs typeface="Verdana"/>
              </a:rPr>
              <a:t> </a:t>
            </a:r>
            <a:r>
              <a:rPr sz="4400" spc="-25" dirty="0">
                <a:latin typeface="Verdana"/>
                <a:cs typeface="Verdana"/>
              </a:rPr>
              <a:t>for </a:t>
            </a:r>
            <a:r>
              <a:rPr sz="4400" spc="-80" dirty="0">
                <a:latin typeface="Verdana"/>
                <a:cs typeface="Verdana"/>
              </a:rPr>
              <a:t>survivor</a:t>
            </a:r>
            <a:r>
              <a:rPr sz="4400" spc="-315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tracking.</a:t>
            </a:r>
            <a:endParaRPr sz="4400">
              <a:latin typeface="Verdana"/>
              <a:cs typeface="Verdana"/>
            </a:endParaRPr>
          </a:p>
          <a:p>
            <a:pPr marL="12700" marR="7856855" algn="just">
              <a:lnSpc>
                <a:spcPts val="6150"/>
              </a:lnSpc>
            </a:pPr>
            <a:r>
              <a:rPr sz="4400" spc="-420" dirty="0">
                <a:latin typeface="Verdana"/>
                <a:cs typeface="Verdana"/>
              </a:rPr>
              <a:t>GIS</a:t>
            </a:r>
            <a:r>
              <a:rPr sz="4400" spc="30" dirty="0">
                <a:latin typeface="Verdana"/>
                <a:cs typeface="Verdana"/>
              </a:rPr>
              <a:t> </a:t>
            </a:r>
            <a:r>
              <a:rPr sz="4400" spc="-85" dirty="0">
                <a:latin typeface="Verdana"/>
                <a:cs typeface="Verdana"/>
              </a:rPr>
              <a:t>Integration:</a:t>
            </a:r>
            <a:r>
              <a:rPr sz="4400" spc="-300" dirty="0">
                <a:latin typeface="Verdana"/>
                <a:cs typeface="Verdana"/>
              </a:rPr>
              <a:t> </a:t>
            </a:r>
            <a:r>
              <a:rPr sz="4400" spc="70" dirty="0">
                <a:latin typeface="Verdana"/>
                <a:cs typeface="Verdana"/>
              </a:rPr>
              <a:t>Google</a:t>
            </a:r>
            <a:r>
              <a:rPr sz="4400" spc="-390" dirty="0">
                <a:latin typeface="Verdana"/>
                <a:cs typeface="Verdana"/>
              </a:rPr>
              <a:t> </a:t>
            </a:r>
            <a:r>
              <a:rPr sz="4400" spc="145" dirty="0">
                <a:latin typeface="Verdana"/>
                <a:cs typeface="Verdana"/>
              </a:rPr>
              <a:t>Maps</a:t>
            </a:r>
            <a:r>
              <a:rPr sz="4400" spc="-340" dirty="0">
                <a:latin typeface="Verdana"/>
                <a:cs typeface="Verdana"/>
              </a:rPr>
              <a:t> </a:t>
            </a:r>
            <a:r>
              <a:rPr sz="4400" spc="25" dirty="0">
                <a:latin typeface="Verdana"/>
                <a:cs typeface="Verdana"/>
              </a:rPr>
              <a:t>API </a:t>
            </a:r>
            <a:r>
              <a:rPr sz="4400" dirty="0">
                <a:latin typeface="Verdana"/>
                <a:cs typeface="Verdana"/>
              </a:rPr>
              <a:t>Database:</a:t>
            </a:r>
            <a:r>
              <a:rPr sz="4400" spc="315" dirty="0">
                <a:latin typeface="Verdana"/>
                <a:cs typeface="Verdana"/>
              </a:rPr>
              <a:t> </a:t>
            </a:r>
            <a:r>
              <a:rPr sz="4400" dirty="0">
                <a:latin typeface="Verdana"/>
                <a:cs typeface="Verdana"/>
              </a:rPr>
              <a:t>Firebase</a:t>
            </a:r>
            <a:r>
              <a:rPr sz="4400" spc="-385" dirty="0">
                <a:latin typeface="Verdana"/>
                <a:cs typeface="Verdana"/>
              </a:rPr>
              <a:t> </a:t>
            </a:r>
            <a:r>
              <a:rPr sz="4400" spc="-225" dirty="0">
                <a:latin typeface="Verdana"/>
                <a:cs typeface="Verdana"/>
              </a:rPr>
              <a:t>(for</a:t>
            </a:r>
            <a:r>
              <a:rPr sz="4400" spc="-165" dirty="0">
                <a:latin typeface="Verdana"/>
                <a:cs typeface="Verdana"/>
              </a:rPr>
              <a:t> </a:t>
            </a:r>
            <a:r>
              <a:rPr sz="4400" spc="-105" dirty="0">
                <a:latin typeface="Verdana"/>
                <a:cs typeface="Verdana"/>
              </a:rPr>
              <a:t>real-</a:t>
            </a:r>
            <a:r>
              <a:rPr sz="4400" spc="95" dirty="0">
                <a:latin typeface="Verdana"/>
                <a:cs typeface="Verdana"/>
              </a:rPr>
              <a:t>time </a:t>
            </a:r>
            <a:r>
              <a:rPr sz="4400" spc="55" dirty="0">
                <a:latin typeface="Verdana"/>
                <a:cs typeface="Verdana"/>
              </a:rPr>
              <a:t>data</a:t>
            </a:r>
            <a:r>
              <a:rPr sz="4400" spc="-380" dirty="0">
                <a:latin typeface="Verdana"/>
                <a:cs typeface="Verdana"/>
              </a:rPr>
              <a:t> </a:t>
            </a:r>
            <a:r>
              <a:rPr sz="4400" spc="-10" dirty="0">
                <a:latin typeface="Verdana"/>
                <a:cs typeface="Verdana"/>
              </a:rPr>
              <a:t>storage).</a:t>
            </a:r>
            <a:endParaRPr sz="44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2630"/>
              </a:spcBef>
            </a:pPr>
            <a:r>
              <a:rPr sz="5200" spc="625" dirty="0">
                <a:latin typeface="Arial Black"/>
                <a:cs typeface="Arial Black"/>
              </a:rPr>
              <a:t>THANK</a:t>
            </a:r>
            <a:r>
              <a:rPr sz="5200" spc="-360" dirty="0">
                <a:latin typeface="Arial Black"/>
                <a:cs typeface="Arial Black"/>
              </a:rPr>
              <a:t> </a:t>
            </a:r>
            <a:r>
              <a:rPr sz="5200" spc="415" dirty="0">
                <a:latin typeface="Arial Black"/>
                <a:cs typeface="Arial Black"/>
              </a:rPr>
              <a:t>YOU.</a:t>
            </a:r>
            <a:r>
              <a:rPr sz="5200" spc="415" dirty="0">
                <a:latin typeface="Impact"/>
                <a:cs typeface="Impact"/>
              </a:rPr>
              <a:t>.</a:t>
            </a:r>
            <a:endParaRPr sz="5200">
              <a:latin typeface="Impact"/>
              <a:cs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299</Words>
  <Application>Microsoft Office PowerPoint</Application>
  <PresentationFormat>Custom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Impact</vt:lpstr>
      <vt:lpstr>Lucida Sans Unicode</vt:lpstr>
      <vt:lpstr>Tahoma</vt:lpstr>
      <vt:lpstr>Verdana</vt:lpstr>
      <vt:lpstr>Office Theme</vt:lpstr>
      <vt:lpstr>DEEP RESCUE AI-Enhanced Disaster Response (AI) - DSS</vt:lpstr>
      <vt:lpstr>Disaster causes widespread economic material,human and infrastructure damage.</vt:lpstr>
      <vt:lpstr>MAJOR CHALLENGES IN DISASTER RESPONSE</vt:lpstr>
      <vt:lpstr>SOLUTION...</vt:lpstr>
      <vt:lpstr>Solution model..</vt:lpstr>
      <vt:lpstr>TECH STACKS ....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RESCUE</dc:title>
  <dc:creator>piyush kumar sinha</dc:creator>
  <cp:keywords>DAGfL6Dkv5U,BAF_-Xx6jTg,0</cp:keywords>
  <cp:lastModifiedBy>Prity Kumari</cp:lastModifiedBy>
  <cp:revision>2</cp:revision>
  <dcterms:created xsi:type="dcterms:W3CDTF">2026-05-17T18:02:08Z</dcterms:created>
  <dcterms:modified xsi:type="dcterms:W3CDTF">2026-05-17T18:03:36Z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2025-02-16T00:00:00Z</vt:filetime>
  </property>
  <property fmtid="{D5CDD505-2E9C-101B-9397-08002B2CF9AE}" pid="3" name="Creator">
    <vt:lpwstr>Canva</vt:lpwstr>
  </property>
  <property fmtid="{D5CDD505-2E9C-101B-9397-08002B2CF9AE}" pid="4" name="LastSaved">
    <vt:filetime>2026-05-17T00:00:00Z</vt:filetime>
  </property>
  <property fmtid="{D5CDD505-2E9C-101B-9397-08002B2CF9AE}" pid="5" name="Producer">
    <vt:lpwstr>Canva</vt:lpwstr>
  </property>
</Properties>
</file>